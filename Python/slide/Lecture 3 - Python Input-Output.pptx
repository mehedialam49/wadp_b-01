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89" r:id="rId2"/>
    <p:sldId id="367" r:id="rId3"/>
    <p:sldId id="351" r:id="rId4"/>
    <p:sldId id="373" r:id="rId5"/>
    <p:sldId id="369" r:id="rId6"/>
    <p:sldId id="370" r:id="rId7"/>
    <p:sldId id="371" r:id="rId8"/>
    <p:sldId id="372" r:id="rId9"/>
    <p:sldId id="374" r:id="rId10"/>
    <p:sldId id="375" r:id="rId11"/>
    <p:sldId id="376" r:id="rId12"/>
    <p:sldId id="377" r:id="rId13"/>
    <p:sldId id="30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000000"/>
    <a:srgbClr val="F06C2C"/>
    <a:srgbClr val="FBBB09"/>
    <a:srgbClr val="F1CC4D"/>
    <a:srgbClr val="035160"/>
    <a:srgbClr val="FFC413"/>
    <a:srgbClr val="A6CFC0"/>
    <a:srgbClr val="96C6B5"/>
    <a:srgbClr val="E6F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62" autoAdjust="0"/>
  </p:normalViewPr>
  <p:slideViewPr>
    <p:cSldViewPr snapToGrid="0">
      <p:cViewPr>
        <p:scale>
          <a:sx n="70" d="100"/>
          <a:sy n="70" d="100"/>
        </p:scale>
        <p:origin x="-508" y="-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6413C-5640-4591-8597-7AD8B522C119}"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05C77-B9A4-49A2-9319-63F104159ADC}" type="slidenum">
              <a:rPr lang="en-US" smtClean="0"/>
              <a:t>‹#›</a:t>
            </a:fld>
            <a:endParaRPr lang="en-US"/>
          </a:p>
        </p:txBody>
      </p:sp>
    </p:spTree>
    <p:extLst>
      <p:ext uri="{BB962C8B-B14F-4D97-AF65-F5344CB8AC3E}">
        <p14:creationId xmlns:p14="http://schemas.microsoft.com/office/powerpoint/2010/main" val="63448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FEB1A2-1F48-04FA-8223-196024163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3BFAD7F-5F51-397C-2867-796A5F09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9496631-CAF9-46A3-A801-A08A219195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7E2D2FAA-BB86-5BC7-BF12-6B7CB3EFE151}"/>
              </a:ext>
            </a:extLst>
          </p:cNvPr>
          <p:cNvSpPr>
            <a:spLocks noGrp="1"/>
          </p:cNvSpPr>
          <p:nvPr>
            <p:ph type="sldNum" sz="quarter" idx="5"/>
          </p:nvPr>
        </p:nvSpPr>
        <p:spPr/>
        <p:txBody>
          <a:bodyPr/>
          <a:lstStyle/>
          <a:p>
            <a:fld id="{B7C05C77-B9A4-49A2-9319-63F104159ADC}" type="slidenum">
              <a:rPr lang="en-US" smtClean="0"/>
              <a:t>3</a:t>
            </a:fld>
            <a:endParaRPr lang="en-US"/>
          </a:p>
        </p:txBody>
      </p:sp>
    </p:spTree>
    <p:extLst>
      <p:ext uri="{BB962C8B-B14F-4D97-AF65-F5344CB8AC3E}">
        <p14:creationId xmlns:p14="http://schemas.microsoft.com/office/powerpoint/2010/main" val="730433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59CDE2-5126-AEE2-6620-E687F914C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DC74893-D388-209D-956A-EBD1DA4C2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15CB4B5A-8AC1-B301-8E13-E693E9529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9A69A46D-58E0-6919-977D-DA172865975B}"/>
              </a:ext>
            </a:extLst>
          </p:cNvPr>
          <p:cNvSpPr>
            <a:spLocks noGrp="1"/>
          </p:cNvSpPr>
          <p:nvPr>
            <p:ph type="sldNum" sz="quarter" idx="5"/>
          </p:nvPr>
        </p:nvSpPr>
        <p:spPr/>
        <p:txBody>
          <a:bodyPr/>
          <a:lstStyle/>
          <a:p>
            <a:fld id="{B7C05C77-B9A4-49A2-9319-63F104159ADC}" type="slidenum">
              <a:rPr lang="en-US" smtClean="0"/>
              <a:t>5</a:t>
            </a:fld>
            <a:endParaRPr lang="en-US"/>
          </a:p>
        </p:txBody>
      </p:sp>
    </p:spTree>
    <p:extLst>
      <p:ext uri="{BB962C8B-B14F-4D97-AF65-F5344CB8AC3E}">
        <p14:creationId xmlns:p14="http://schemas.microsoft.com/office/powerpoint/2010/main" val="387874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ED407DF-5BEC-9B04-0332-ACF495D9E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D9EE4B3-1EE0-5C8E-BB78-E9DF2BD68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76C22C3-3E97-0AAD-2964-DBDA7E611B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3189276-3B9D-A63B-7148-99D5ED55A0B9}"/>
              </a:ext>
            </a:extLst>
          </p:cNvPr>
          <p:cNvSpPr>
            <a:spLocks noGrp="1"/>
          </p:cNvSpPr>
          <p:nvPr>
            <p:ph type="sldNum" sz="quarter" idx="5"/>
          </p:nvPr>
        </p:nvSpPr>
        <p:spPr/>
        <p:txBody>
          <a:bodyPr/>
          <a:lstStyle/>
          <a:p>
            <a:fld id="{B7C05C77-B9A4-49A2-9319-63F104159ADC}" type="slidenum">
              <a:rPr lang="en-US" smtClean="0"/>
              <a:t>6</a:t>
            </a:fld>
            <a:endParaRPr lang="en-US"/>
          </a:p>
        </p:txBody>
      </p:sp>
    </p:spTree>
    <p:extLst>
      <p:ext uri="{BB962C8B-B14F-4D97-AF65-F5344CB8AC3E}">
        <p14:creationId xmlns:p14="http://schemas.microsoft.com/office/powerpoint/2010/main" val="1357182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F92FF9-C55D-6C0A-6B23-F722EBC49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FDA9F94B-963B-BA16-CF7F-17EBD0D1A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00C2389-C926-A7FF-1F1D-3705179C29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394E4EC-D716-6DE5-3954-8207DC995811}"/>
              </a:ext>
            </a:extLst>
          </p:cNvPr>
          <p:cNvSpPr>
            <a:spLocks noGrp="1"/>
          </p:cNvSpPr>
          <p:nvPr>
            <p:ph type="sldNum" sz="quarter" idx="5"/>
          </p:nvPr>
        </p:nvSpPr>
        <p:spPr/>
        <p:txBody>
          <a:bodyPr/>
          <a:lstStyle/>
          <a:p>
            <a:fld id="{B7C05C77-B9A4-49A2-9319-63F104159ADC}" type="slidenum">
              <a:rPr lang="en-US" smtClean="0"/>
              <a:t>7</a:t>
            </a:fld>
            <a:endParaRPr lang="en-US"/>
          </a:p>
        </p:txBody>
      </p:sp>
    </p:spTree>
    <p:extLst>
      <p:ext uri="{BB962C8B-B14F-4D97-AF65-F5344CB8AC3E}">
        <p14:creationId xmlns:p14="http://schemas.microsoft.com/office/powerpoint/2010/main" val="47184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1F70E7-1076-646B-652C-DA57E809A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A3197C3-55AE-B9A8-2E5F-78E64A7A7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5FF437C-386F-8CB1-7C50-82307E60D1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F38A04ED-07BF-89F0-9562-B932D0D68166}"/>
              </a:ext>
            </a:extLst>
          </p:cNvPr>
          <p:cNvSpPr>
            <a:spLocks noGrp="1"/>
          </p:cNvSpPr>
          <p:nvPr>
            <p:ph type="sldNum" sz="quarter" idx="5"/>
          </p:nvPr>
        </p:nvSpPr>
        <p:spPr/>
        <p:txBody>
          <a:bodyPr/>
          <a:lstStyle/>
          <a:p>
            <a:fld id="{B7C05C77-B9A4-49A2-9319-63F104159ADC}" type="slidenum">
              <a:rPr lang="en-US" smtClean="0"/>
              <a:t>8</a:t>
            </a:fld>
            <a:endParaRPr lang="en-US"/>
          </a:p>
        </p:txBody>
      </p:sp>
    </p:spTree>
    <p:extLst>
      <p:ext uri="{BB962C8B-B14F-4D97-AF65-F5344CB8AC3E}">
        <p14:creationId xmlns:p14="http://schemas.microsoft.com/office/powerpoint/2010/main" val="3913673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643925-CA67-E109-EF0C-91FAFD7E7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DDA0CB5-B1E3-E679-0EF0-CB1BA266D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922F2E3-8566-4EA5-92D7-5E16FDB2B1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8B604271-8A5A-A9E3-70A1-CEE29A66CEA3}"/>
              </a:ext>
            </a:extLst>
          </p:cNvPr>
          <p:cNvSpPr>
            <a:spLocks noGrp="1"/>
          </p:cNvSpPr>
          <p:nvPr>
            <p:ph type="sldNum" sz="quarter" idx="5"/>
          </p:nvPr>
        </p:nvSpPr>
        <p:spPr/>
        <p:txBody>
          <a:bodyPr/>
          <a:lstStyle/>
          <a:p>
            <a:fld id="{B7C05C77-B9A4-49A2-9319-63F104159ADC}" type="slidenum">
              <a:rPr lang="en-US" smtClean="0"/>
              <a:t>10</a:t>
            </a:fld>
            <a:endParaRPr lang="en-US"/>
          </a:p>
        </p:txBody>
      </p:sp>
    </p:spTree>
    <p:extLst>
      <p:ext uri="{BB962C8B-B14F-4D97-AF65-F5344CB8AC3E}">
        <p14:creationId xmlns:p14="http://schemas.microsoft.com/office/powerpoint/2010/main" val="56470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84D46A-B7D9-8805-66A1-FADF8A519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8CF46010-ECA3-F59B-0B8F-8E8A5BD68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7FE1A405-2674-B783-A5F7-2CB0A4A94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29FF546E-D2B2-FA97-3B6B-F8FE22306226}"/>
              </a:ext>
            </a:extLst>
          </p:cNvPr>
          <p:cNvSpPr>
            <a:spLocks noGrp="1"/>
          </p:cNvSpPr>
          <p:nvPr>
            <p:ph type="sldNum" sz="quarter" idx="5"/>
          </p:nvPr>
        </p:nvSpPr>
        <p:spPr/>
        <p:txBody>
          <a:bodyPr/>
          <a:lstStyle/>
          <a:p>
            <a:fld id="{B7C05C77-B9A4-49A2-9319-63F104159ADC}" type="slidenum">
              <a:rPr lang="en-US" smtClean="0"/>
              <a:t>11</a:t>
            </a:fld>
            <a:endParaRPr lang="en-US"/>
          </a:p>
        </p:txBody>
      </p:sp>
    </p:spTree>
    <p:extLst>
      <p:ext uri="{BB962C8B-B14F-4D97-AF65-F5344CB8AC3E}">
        <p14:creationId xmlns:p14="http://schemas.microsoft.com/office/powerpoint/2010/main" val="592999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44C72B-EBC7-5149-9955-B90C92DEF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0AE00CA-A558-F0A7-7126-F2AB2C684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BA384073-9250-2D1C-AF38-47E3E0922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999C5452-6621-2F8E-352E-8E82B08FBDC1}"/>
              </a:ext>
            </a:extLst>
          </p:cNvPr>
          <p:cNvSpPr>
            <a:spLocks noGrp="1"/>
          </p:cNvSpPr>
          <p:nvPr>
            <p:ph type="sldNum" sz="quarter" idx="5"/>
          </p:nvPr>
        </p:nvSpPr>
        <p:spPr/>
        <p:txBody>
          <a:bodyPr/>
          <a:lstStyle/>
          <a:p>
            <a:fld id="{B7C05C77-B9A4-49A2-9319-63F104159ADC}" type="slidenum">
              <a:rPr lang="en-US" smtClean="0"/>
              <a:t>12</a:t>
            </a:fld>
            <a:endParaRPr lang="en-US"/>
          </a:p>
        </p:txBody>
      </p:sp>
    </p:spTree>
    <p:extLst>
      <p:ext uri="{BB962C8B-B14F-4D97-AF65-F5344CB8AC3E}">
        <p14:creationId xmlns:p14="http://schemas.microsoft.com/office/powerpoint/2010/main" val="1963708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14.png"/><Relationship Id="rId9"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14.png"/><Relationship Id="rId9"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14.pn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png"/><Relationship Id="rId7"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13.png"/><Relationship Id="rId9"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jpeg"/><Relationship Id="rId4" Type="http://schemas.openxmlformats.org/officeDocument/2006/relationships/image" Target="../media/image14.png"/><Relationship Id="rId9"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59B7CAB7-9612-1BB0-A2EC-06CE1AAB559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4649D6C7-11B3-C738-1510-DBE16DB04E08}"/>
              </a:ext>
            </a:extLst>
          </p:cNvPr>
          <p:cNvSpPr/>
          <p:nvPr userDrawn="1"/>
        </p:nvSpPr>
        <p:spPr>
          <a:xfrm>
            <a:off x="0" y="1977571"/>
            <a:ext cx="12192000" cy="2902857"/>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xmlns="" id="{51191BAE-7C5B-0A80-6F2D-D0190D18E234}"/>
              </a:ext>
            </a:extLst>
          </p:cNvPr>
          <p:cNvSpPr/>
          <p:nvPr userDrawn="1"/>
        </p:nvSpPr>
        <p:spPr>
          <a:xfrm>
            <a:off x="872309" y="1646645"/>
            <a:ext cx="3352800" cy="478972"/>
          </a:xfrm>
          <a:prstGeom prst="parallelogram">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5E056488-6100-84A2-6A94-AE41407EDA0D}"/>
              </a:ext>
            </a:extLst>
          </p:cNvPr>
          <p:cNvGrpSpPr/>
          <p:nvPr userDrawn="1"/>
        </p:nvGrpSpPr>
        <p:grpSpPr>
          <a:xfrm>
            <a:off x="10582731" y="4532084"/>
            <a:ext cx="1090382" cy="965001"/>
            <a:chOff x="10495645" y="4630059"/>
            <a:chExt cx="1090382" cy="696686"/>
          </a:xfrm>
          <a:solidFill>
            <a:schemeClr val="bg2">
              <a:lumMod val="50000"/>
            </a:schemeClr>
          </a:solidFill>
        </p:grpSpPr>
        <p:sp>
          <p:nvSpPr>
            <p:cNvPr id="12" name="Parallelogram 11">
              <a:extLst>
                <a:ext uri="{FF2B5EF4-FFF2-40B4-BE49-F238E27FC236}">
                  <a16:creationId xmlns:a16="http://schemas.microsoft.com/office/drawing/2014/main" xmlns=""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xmlns=""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xmlns=""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xmlns="" id="{9AF46FBD-D7EA-4B09-0A6F-0F777842C1C0}"/>
              </a:ext>
            </a:extLst>
          </p:cNvPr>
          <p:cNvSpPr>
            <a:spLocks noGrp="1"/>
          </p:cNvSpPr>
          <p:nvPr userDrawn="1">
            <p:ph type="ctrTitle"/>
          </p:nvPr>
        </p:nvSpPr>
        <p:spPr>
          <a:xfrm>
            <a:off x="1524000" y="2843640"/>
            <a:ext cx="9144000" cy="1170717"/>
          </a:xfrm>
        </p:spPr>
        <p:txBody>
          <a:bodyPr anchor="ctr">
            <a:normAutofit/>
          </a:bodyPr>
          <a:lstStyle>
            <a:lvl1pPr algn="ctr">
              <a:defRPr sz="5400" b="1">
                <a:solidFill>
                  <a:schemeClr val="bg1">
                    <a:lumMod val="50000"/>
                  </a:schemeClr>
                </a:solidFill>
              </a:defRPr>
            </a:lvl1pPr>
          </a:lstStyle>
          <a:p>
            <a:r>
              <a:rPr lang="en-US" dirty="0"/>
              <a:t>Click to edit Master title style</a:t>
            </a:r>
          </a:p>
        </p:txBody>
      </p:sp>
      <p:sp>
        <p:nvSpPr>
          <p:cNvPr id="1378" name="Parallelogram 1377">
            <a:extLst>
              <a:ext uri="{FF2B5EF4-FFF2-40B4-BE49-F238E27FC236}">
                <a16:creationId xmlns:a16="http://schemas.microsoft.com/office/drawing/2014/main" xmlns="" id="{84335B70-DF9C-CC22-1C4C-D0D0A7A2C9D2}"/>
              </a:ext>
            </a:extLst>
          </p:cNvPr>
          <p:cNvSpPr/>
          <p:nvPr userDrawn="1"/>
        </p:nvSpPr>
        <p:spPr>
          <a:xfrm>
            <a:off x="830218" y="1571171"/>
            <a:ext cx="3352800" cy="478972"/>
          </a:xfrm>
          <a:prstGeom prst="parallelogram">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80" name="Group 1379">
            <a:extLst>
              <a:ext uri="{FF2B5EF4-FFF2-40B4-BE49-F238E27FC236}">
                <a16:creationId xmlns:a16="http://schemas.microsoft.com/office/drawing/2014/main" xmlns="" id="{18E139F5-CAB4-E9C9-03CF-6506671E67D9}"/>
              </a:ext>
            </a:extLst>
          </p:cNvPr>
          <p:cNvGrpSpPr/>
          <p:nvPr userDrawn="1"/>
        </p:nvGrpSpPr>
        <p:grpSpPr>
          <a:xfrm>
            <a:off x="4876800" y="522514"/>
            <a:ext cx="7315200" cy="286656"/>
            <a:chOff x="4876800" y="522514"/>
            <a:chExt cx="7315200" cy="286656"/>
          </a:xfrm>
        </p:grpSpPr>
        <p:cxnSp>
          <p:nvCxnSpPr>
            <p:cNvPr id="1381" name="Straight Connector 1380">
              <a:extLst>
                <a:ext uri="{FF2B5EF4-FFF2-40B4-BE49-F238E27FC236}">
                  <a16:creationId xmlns:a16="http://schemas.microsoft.com/office/drawing/2014/main" xmlns="" id="{102DA1AC-8CA2-BCAE-3CF1-CBEFFFD813F5}"/>
                </a:ext>
              </a:extLst>
            </p:cNvPr>
            <p:cNvCxnSpPr>
              <a:cxnSpLocks/>
            </p:cNvCxnSpPr>
            <p:nvPr userDrawn="1"/>
          </p:nvCxnSpPr>
          <p:spPr>
            <a:xfrm>
              <a:off x="4876800" y="522514"/>
              <a:ext cx="7315200" cy="0"/>
            </a:xfrm>
            <a:prstGeom prst="line">
              <a:avLst/>
            </a:prstGeom>
            <a:ln w="76200">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382" name="Straight Connector 1381">
              <a:extLst>
                <a:ext uri="{FF2B5EF4-FFF2-40B4-BE49-F238E27FC236}">
                  <a16:creationId xmlns:a16="http://schemas.microsoft.com/office/drawing/2014/main" xmlns="" id="{2F2C9467-A5F5-68BC-D665-80CF553A5551}"/>
                </a:ext>
              </a:extLst>
            </p:cNvPr>
            <p:cNvCxnSpPr>
              <a:cxnSpLocks/>
            </p:cNvCxnSpPr>
            <p:nvPr userDrawn="1"/>
          </p:nvCxnSpPr>
          <p:spPr>
            <a:xfrm>
              <a:off x="5608320" y="667656"/>
              <a:ext cx="6583680" cy="0"/>
            </a:xfrm>
            <a:prstGeom prst="line">
              <a:avLst/>
            </a:prstGeom>
            <a:ln w="57150">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383" name="Straight Connector 1382">
              <a:extLst>
                <a:ext uri="{FF2B5EF4-FFF2-40B4-BE49-F238E27FC236}">
                  <a16:creationId xmlns:a16="http://schemas.microsoft.com/office/drawing/2014/main" xmlns="" id="{7DDE37CA-6CA8-91A5-0964-16E09EC98002}"/>
                </a:ext>
              </a:extLst>
            </p:cNvPr>
            <p:cNvCxnSpPr>
              <a:cxnSpLocks/>
            </p:cNvCxnSpPr>
            <p:nvPr userDrawn="1"/>
          </p:nvCxnSpPr>
          <p:spPr>
            <a:xfrm>
              <a:off x="6339840" y="809170"/>
              <a:ext cx="5852160" cy="0"/>
            </a:xfrm>
            <a:prstGeom prst="line">
              <a:avLst/>
            </a:prstGeom>
            <a:ln w="3810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xmlns="" id="{F17C2C83-5B4B-A658-7B91-3CE3541E94DF}"/>
              </a:ext>
            </a:extLst>
          </p:cNvPr>
          <p:cNvGrpSpPr/>
          <p:nvPr userDrawn="1"/>
        </p:nvGrpSpPr>
        <p:grpSpPr>
          <a:xfrm>
            <a:off x="5424434" y="6183837"/>
            <a:ext cx="1343132" cy="548640"/>
            <a:chOff x="5997681" y="6183837"/>
            <a:chExt cx="1343132" cy="548640"/>
          </a:xfrm>
        </p:grpSpPr>
        <p:pic>
          <p:nvPicPr>
            <p:cNvPr id="1028" name="Picture 4" descr="Python Logo PNG Transparent – Brands Logos">
              <a:extLst>
                <a:ext uri="{FF2B5EF4-FFF2-40B4-BE49-F238E27FC236}">
                  <a16:creationId xmlns:a16="http://schemas.microsoft.com/office/drawing/2014/main" xmlns="" id="{AFC39FE0-99F6-CC7E-B041-EC521B1BF8B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97681" y="6183837"/>
              <a:ext cx="546282" cy="54414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jango Icon #266158 - Free Icons Library">
              <a:extLst>
                <a:ext uri="{FF2B5EF4-FFF2-40B4-BE49-F238E27FC236}">
                  <a16:creationId xmlns:a16="http://schemas.microsoft.com/office/drawing/2014/main" xmlns="" id="{27AEB5A1-FA25-7B4D-CFD0-FBBF6253F81A}"/>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6790832" y="6183837"/>
              <a:ext cx="549981"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xmlns="" id="{B633183F-EBC5-D171-8FF5-9915EC5D6446}"/>
              </a:ext>
            </a:extLst>
          </p:cNvPr>
          <p:cNvGrpSpPr/>
          <p:nvPr userDrawn="1"/>
        </p:nvGrpSpPr>
        <p:grpSpPr>
          <a:xfrm>
            <a:off x="430466" y="206661"/>
            <a:ext cx="11052147" cy="6128825"/>
            <a:chOff x="-254928" y="565240"/>
            <a:chExt cx="11052147" cy="6128825"/>
          </a:xfrm>
        </p:grpSpPr>
        <p:pic>
          <p:nvPicPr>
            <p:cNvPr id="6" name="Picture 12" descr="Geometric Abstract Shapes Vector PNG Images, Geometric Shape, Geometric,  Shapes, Line PNG Image For Free Download">
              <a:extLst>
                <a:ext uri="{FF2B5EF4-FFF2-40B4-BE49-F238E27FC236}">
                  <a16:creationId xmlns:a16="http://schemas.microsoft.com/office/drawing/2014/main" xmlns="" id="{1B1427CF-405C-6829-726C-98A38567227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12" descr="Geometric Abstract Shapes Vector PNG Images, Geometric Shape, Geometric,  Shapes, Line PNG Image For Free Download">
              <a:extLst>
                <a:ext uri="{FF2B5EF4-FFF2-40B4-BE49-F238E27FC236}">
                  <a16:creationId xmlns:a16="http://schemas.microsoft.com/office/drawing/2014/main" xmlns="" id="{1A04F4E1-CA26-7C1E-C1D7-26C243592D53}"/>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8" name="Picture 12" descr="Geometric Abstract Shapes Vector PNG Images, Geometric Shape, Geometric,  Shapes, Line PNG Image For Free Download">
              <a:extLst>
                <a:ext uri="{FF2B5EF4-FFF2-40B4-BE49-F238E27FC236}">
                  <a16:creationId xmlns:a16="http://schemas.microsoft.com/office/drawing/2014/main" xmlns="" id="{7B9EFAAA-0989-4A24-68C4-790FD43440F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0" name="Picture 12" descr="Geometric Abstract Shapes Vector PNG Images, Geometric Shape, Geometric,  Shapes, Line PNG Image For Free Download">
              <a:extLst>
                <a:ext uri="{FF2B5EF4-FFF2-40B4-BE49-F238E27FC236}">
                  <a16:creationId xmlns:a16="http://schemas.microsoft.com/office/drawing/2014/main" xmlns="" id="{94CA33C0-5D5A-1910-CD8C-CA7BE6E96045}"/>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3" name="Picture 12" descr="Geometric Abstract Shapes Vector PNG Images, Geometric Shape, Geometric,  Shapes, Line PNG Image For Free Download">
              <a:extLst>
                <a:ext uri="{FF2B5EF4-FFF2-40B4-BE49-F238E27FC236}">
                  <a16:creationId xmlns:a16="http://schemas.microsoft.com/office/drawing/2014/main" xmlns="" id="{759C55F3-BCC6-F9D0-9ABB-1F8576622B1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xmlns="" id="{144CDEC1-B176-DB97-4A57-FC43D7F02A55}"/>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xmlns="" id="{3D043D98-F0A5-C838-F2A1-95821F6021A2}"/>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5202485" y="5158622"/>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xmlns="" id="{0DC6B5B4-2F74-D9EC-D039-D3727E905A20}"/>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2" descr="Geometric Abstract Shapes Vector PNG Images, Geometric Shape, Geometric,  Shapes, Line PNG Image For Free Download">
              <a:extLst>
                <a:ext uri="{FF2B5EF4-FFF2-40B4-BE49-F238E27FC236}">
                  <a16:creationId xmlns:a16="http://schemas.microsoft.com/office/drawing/2014/main" xmlns="" id="{13D0CA6F-CCA5-1C22-4F89-C02126D39F31}"/>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xmlns="" id="{229C3376-AE93-D01C-5830-BA4AB452FE49}"/>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68546" y="1397768"/>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xmlns="" id="{9BC915B9-4166-C586-8D4B-D6987653EAE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xmlns="" id="{6536BE4B-0D59-0A21-8677-1653E9A86AA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xmlns="" id="{368ECA9C-BB31-4BB0-BF9A-9D0043D412F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5" name="Picture 12" descr="Geometric Abstract Shapes Vector PNG Images, Geometric Shape, Geometric,  Shapes, Line PNG Image For Free Download">
              <a:extLst>
                <a:ext uri="{FF2B5EF4-FFF2-40B4-BE49-F238E27FC236}">
                  <a16:creationId xmlns:a16="http://schemas.microsoft.com/office/drawing/2014/main" xmlns="" id="{C0BB765D-CAAE-4E01-7835-EC7B57B2198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xmlns="" id="{6E375847-5A52-48E6-9845-FF2B762803BF}"/>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12" descr="Geometric Abstract Shapes Vector PNG Images, Geometric Shape, Geometric,  Shapes, Line PNG Image For Free Download">
              <a:extLst>
                <a:ext uri="{FF2B5EF4-FFF2-40B4-BE49-F238E27FC236}">
                  <a16:creationId xmlns:a16="http://schemas.microsoft.com/office/drawing/2014/main" xmlns="" id="{DF74EC4E-81C1-19A0-A7D6-DFD7028AC9B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49F6BF39-C008-733B-704C-F71C61133C44}"/>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31" name="Google Shape;82;p24">
            <a:extLst>
              <a:ext uri="{FF2B5EF4-FFF2-40B4-BE49-F238E27FC236}">
                <a16:creationId xmlns:a16="http://schemas.microsoft.com/office/drawing/2014/main" xmlns="" id="{939AB8A8-8D2A-A013-67EB-C4E197A2B203}"/>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2714854420"/>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Title Slide with Left Log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EF847877-5D6B-7E1F-1910-95A2DE69C1D3}"/>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xmlns="" id="{4735E40E-9EDA-E7EF-89E4-C121E1460818}"/>
              </a:ext>
            </a:extLst>
          </p:cNvPr>
          <p:cNvSpPr/>
          <p:nvPr userDrawn="1"/>
        </p:nvSpPr>
        <p:spPr>
          <a:xfrm>
            <a:off x="0" y="0"/>
            <a:ext cx="2260600" cy="6858000"/>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xmlns="" id="{D1BD198B-9F33-990A-63F4-89329A571653}"/>
              </a:ext>
            </a:extLst>
          </p:cNvPr>
          <p:cNvSpPr/>
          <p:nvPr userDrawn="1"/>
        </p:nvSpPr>
        <p:spPr>
          <a:xfrm>
            <a:off x="1311590" y="1365250"/>
            <a:ext cx="1864038" cy="4127500"/>
          </a:xfrm>
          <a:prstGeom prst="roundRect">
            <a:avLst>
              <a:gd name="adj" fmla="val 16105"/>
            </a:avLst>
          </a:prstGeom>
          <a:solidFill>
            <a:srgbClr val="000000"/>
          </a:solidFill>
          <a:ln w="76200">
            <a:solidFill>
              <a:srgbClr val="40404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xmlns="" id="{56A41CF4-848C-75CA-B77E-5EA051D8923A}"/>
              </a:ext>
            </a:extLst>
          </p:cNvPr>
          <p:cNvSpPr>
            <a:spLocks noGrp="1"/>
          </p:cNvSpPr>
          <p:nvPr>
            <p:ph type="ctrTitle" hasCustomPrompt="1"/>
          </p:nvPr>
        </p:nvSpPr>
        <p:spPr>
          <a:xfrm>
            <a:off x="3371850" y="2379789"/>
            <a:ext cx="8261350" cy="1170717"/>
          </a:xfrm>
        </p:spPr>
        <p:txBody>
          <a:bodyPr anchor="ctr">
            <a:normAutofit/>
          </a:bodyPr>
          <a:lstStyle>
            <a:lvl1pPr algn="l">
              <a:defRPr sz="5400" b="1">
                <a:solidFill>
                  <a:schemeClr val="bg1">
                    <a:lumMod val="50000"/>
                  </a:schemeClr>
                </a:solidFill>
              </a:defRPr>
            </a:lvl1pPr>
          </a:lstStyle>
          <a:p>
            <a:r>
              <a:rPr lang="en-US" dirty="0"/>
              <a:t>TITLE OF THE LECTURE</a:t>
            </a:r>
          </a:p>
        </p:txBody>
      </p:sp>
      <p:sp>
        <p:nvSpPr>
          <p:cNvPr id="13" name="Subtitle 2">
            <a:extLst>
              <a:ext uri="{FF2B5EF4-FFF2-40B4-BE49-F238E27FC236}">
                <a16:creationId xmlns:a16="http://schemas.microsoft.com/office/drawing/2014/main" xmlns="" id="{EA8EF618-4395-091C-D1E2-728642290B77}"/>
              </a:ext>
            </a:extLst>
          </p:cNvPr>
          <p:cNvSpPr>
            <a:spLocks noGrp="1"/>
          </p:cNvSpPr>
          <p:nvPr>
            <p:ph type="subTitle" idx="1" hasCustomPrompt="1"/>
          </p:nvPr>
        </p:nvSpPr>
        <p:spPr>
          <a:xfrm>
            <a:off x="3371850" y="3550506"/>
            <a:ext cx="8261350" cy="645203"/>
          </a:xfrm>
        </p:spPr>
        <p:txBody>
          <a:bodyPr anchor="ct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grpSp>
        <p:nvGrpSpPr>
          <p:cNvPr id="3" name="Group 2">
            <a:extLst>
              <a:ext uri="{FF2B5EF4-FFF2-40B4-BE49-F238E27FC236}">
                <a16:creationId xmlns:a16="http://schemas.microsoft.com/office/drawing/2014/main" xmlns="" id="{67799B20-E6CC-B71E-C7D0-7E5636457248}"/>
              </a:ext>
            </a:extLst>
          </p:cNvPr>
          <p:cNvGrpSpPr/>
          <p:nvPr userDrawn="1"/>
        </p:nvGrpSpPr>
        <p:grpSpPr>
          <a:xfrm>
            <a:off x="1771681" y="2363916"/>
            <a:ext cx="943855" cy="2130168"/>
            <a:chOff x="1950885" y="4827717"/>
            <a:chExt cx="458999" cy="1035906"/>
          </a:xfrm>
        </p:grpSpPr>
        <p:pic>
          <p:nvPicPr>
            <p:cNvPr id="25" name="Picture 4" descr="Python Logo PNG Transparent – Brands Logos">
              <a:extLst>
                <a:ext uri="{FF2B5EF4-FFF2-40B4-BE49-F238E27FC236}">
                  <a16:creationId xmlns:a16="http://schemas.microsoft.com/office/drawing/2014/main" xmlns="" id="{7A333CA6-CC1A-43D6-A93F-94EE046B12F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xmlns="" id="{5CF5C5B8-D89A-8C50-093F-5A7C50D975A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1950885" y="5406423"/>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xmlns="" id="{BD17C2E8-5C61-D760-DCB2-DB31DA7E912E}"/>
              </a:ext>
            </a:extLst>
          </p:cNvPr>
          <p:cNvGrpSpPr/>
          <p:nvPr userDrawn="1"/>
        </p:nvGrpSpPr>
        <p:grpSpPr>
          <a:xfrm>
            <a:off x="430466" y="206661"/>
            <a:ext cx="11052147" cy="6128825"/>
            <a:chOff x="-254928" y="565240"/>
            <a:chExt cx="11052147" cy="6128825"/>
          </a:xfrm>
        </p:grpSpPr>
        <p:pic>
          <p:nvPicPr>
            <p:cNvPr id="8" name="Picture 12" descr="Geometric Abstract Shapes Vector PNG Images, Geometric Shape, Geometric,  Shapes, Line PNG Image For Free Download">
              <a:extLst>
                <a:ext uri="{FF2B5EF4-FFF2-40B4-BE49-F238E27FC236}">
                  <a16:creationId xmlns:a16="http://schemas.microsoft.com/office/drawing/2014/main" xmlns="" id="{52675288-14E1-8ADC-6E7E-8D3DF45BE80A}"/>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12" descr="Geometric Abstract Shapes Vector PNG Images, Geometric Shape, Geometric,  Shapes, Line PNG Image For Free Download">
              <a:extLst>
                <a:ext uri="{FF2B5EF4-FFF2-40B4-BE49-F238E27FC236}">
                  <a16:creationId xmlns:a16="http://schemas.microsoft.com/office/drawing/2014/main" xmlns="" id="{6AE8CC54-6792-17F8-D3C9-4A99D1D935E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2" descr="Geometric Abstract Shapes Vector PNG Images, Geometric Shape, Geometric,  Shapes, Line PNG Image For Free Download">
              <a:extLst>
                <a:ext uri="{FF2B5EF4-FFF2-40B4-BE49-F238E27FC236}">
                  <a16:creationId xmlns:a16="http://schemas.microsoft.com/office/drawing/2014/main" xmlns="" id="{25FEFFF2-2FB9-013F-F6F9-96E63237EBC3}"/>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xmlns="" id="{B3097202-1921-D6B5-6904-3E8473D308C5}"/>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xmlns="" id="{665B4D36-31BD-2B11-7091-0C619DFF937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12" descr="Geometric Abstract Shapes Vector PNG Images, Geometric Shape, Geometric,  Shapes, Line PNG Image For Free Download">
              <a:extLst>
                <a:ext uri="{FF2B5EF4-FFF2-40B4-BE49-F238E27FC236}">
                  <a16:creationId xmlns:a16="http://schemas.microsoft.com/office/drawing/2014/main" xmlns="" id="{760C04F2-F462-CEE1-9E14-E8151C4DA8E0}"/>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7" name="Picture 12" descr="Geometric Abstract Shapes Vector PNG Images, Geometric Shape, Geometric,  Shapes, Line PNG Image For Free Download">
              <a:extLst>
                <a:ext uri="{FF2B5EF4-FFF2-40B4-BE49-F238E27FC236}">
                  <a16:creationId xmlns:a16="http://schemas.microsoft.com/office/drawing/2014/main" xmlns="" id="{EFCD9DF6-1793-1128-30BC-DA7B29573F69}"/>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8" name="Picture 12" descr="Geometric Abstract Shapes Vector PNG Images, Geometric Shape, Geometric,  Shapes, Line PNG Image For Free Download">
              <a:extLst>
                <a:ext uri="{FF2B5EF4-FFF2-40B4-BE49-F238E27FC236}">
                  <a16:creationId xmlns:a16="http://schemas.microsoft.com/office/drawing/2014/main" xmlns="" id="{F44D1F40-9288-A7A2-C163-51168B15EB38}"/>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xmlns="" id="{9FE4014B-1F1D-F7B0-FED8-E76E76636AC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2" descr="Geometric Abstract Shapes Vector PNG Images, Geometric Shape, Geometric,  Shapes, Line PNG Image For Free Download">
              <a:extLst>
                <a:ext uri="{FF2B5EF4-FFF2-40B4-BE49-F238E27FC236}">
                  <a16:creationId xmlns:a16="http://schemas.microsoft.com/office/drawing/2014/main" xmlns="" id="{1F831050-0D74-D02E-2CEE-307F17E58B1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xmlns="" id="{02036875-E85B-466F-2452-B0409C38C978}"/>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xmlns="" id="{DE01668D-867A-25BA-3259-8C8D51BB451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xmlns="" id="{69B7FAF6-7C20-DAD7-700E-F5A7B83DAAB9}"/>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xmlns="" id="{6265E2A4-F29F-8C32-F8AD-61A29C9B1D33}"/>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xmlns="" id="{2AFFA4C9-DB73-C7DB-AA0D-30F15D23E429}"/>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12" descr="Geometric Abstract Shapes Vector PNG Images, Geometric Shape, Geometric,  Shapes, Line PNG Image For Free Download">
              <a:extLst>
                <a:ext uri="{FF2B5EF4-FFF2-40B4-BE49-F238E27FC236}">
                  <a16:creationId xmlns:a16="http://schemas.microsoft.com/office/drawing/2014/main" xmlns="" id="{19B4CEEF-A15F-EA54-A0E6-9054241D3683}"/>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4B9BD0E5-C11A-AA1D-EC3E-61D0D0C30865}"/>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29" name="Rectangle: Single Corner Rounded 28">
            <a:extLst>
              <a:ext uri="{FF2B5EF4-FFF2-40B4-BE49-F238E27FC236}">
                <a16:creationId xmlns:a16="http://schemas.microsoft.com/office/drawing/2014/main" xmlns="" id="{43BA5D5C-7867-1634-4DB9-18CED4FEF7D9}"/>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xmlns="" id="{A1CCED47-A41C-516D-F607-824EF0EB2BE8}"/>
              </a:ext>
            </a:extLst>
          </p:cNvPr>
          <p:cNvSpPr txBox="1"/>
          <p:nvPr userDrawn="1"/>
        </p:nvSpPr>
        <p:spPr>
          <a:xfrm>
            <a:off x="1" y="6203484"/>
            <a:ext cx="2260599"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spTree>
    <p:extLst>
      <p:ext uri="{BB962C8B-B14F-4D97-AF65-F5344CB8AC3E}">
        <p14:creationId xmlns:p14="http://schemas.microsoft.com/office/powerpoint/2010/main" val="920815928"/>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ecture N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0A53CA52-31B9-3A77-2823-E105AD74D862}"/>
              </a:ext>
            </a:extLst>
          </p:cNvPr>
          <p:cNvSpPr/>
          <p:nvPr userDrawn="1"/>
        </p:nvSpPr>
        <p:spPr>
          <a:xfrm>
            <a:off x="0" y="0"/>
            <a:ext cx="12192000" cy="6858000"/>
          </a:xfrm>
          <a:prstGeom prst="rect">
            <a:avLst/>
          </a:prstGeom>
          <a:solidFill>
            <a:srgbClr val="00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xmlns="" id="{4735E40E-9EDA-E7EF-89E4-C121E1460818}"/>
              </a:ext>
            </a:extLst>
          </p:cNvPr>
          <p:cNvSpPr/>
          <p:nvPr userDrawn="1"/>
        </p:nvSpPr>
        <p:spPr>
          <a:xfrm>
            <a:off x="0" y="0"/>
            <a:ext cx="2705100" cy="6858000"/>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xmlns="" id="{D1BD198B-9F33-990A-63F4-89329A571653}"/>
              </a:ext>
            </a:extLst>
          </p:cNvPr>
          <p:cNvSpPr/>
          <p:nvPr userDrawn="1"/>
        </p:nvSpPr>
        <p:spPr>
          <a:xfrm>
            <a:off x="1574800" y="1365250"/>
            <a:ext cx="2260600" cy="4127500"/>
          </a:xfrm>
          <a:prstGeom prst="roundRect">
            <a:avLst>
              <a:gd name="adj" fmla="val 16105"/>
            </a:avLst>
          </a:prstGeom>
          <a:solidFill>
            <a:srgbClr val="000000"/>
          </a:solidFill>
          <a:ln w="76200">
            <a:solidFill>
              <a:srgbClr val="40404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xmlns=""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chemeClr val="bg1">
                    <a:lumMod val="50000"/>
                  </a:schemeClr>
                </a:solidFill>
              </a:defRPr>
            </a:lvl1pPr>
          </a:lstStyle>
          <a:p>
            <a:r>
              <a:rPr lang="en-US" dirty="0"/>
              <a:t>TITLE OF THE LECTURE</a:t>
            </a:r>
          </a:p>
        </p:txBody>
      </p:sp>
      <p:sp>
        <p:nvSpPr>
          <p:cNvPr id="13" name="Subtitle 2">
            <a:extLst>
              <a:ext uri="{FF2B5EF4-FFF2-40B4-BE49-F238E27FC236}">
                <a16:creationId xmlns:a16="http://schemas.microsoft.com/office/drawing/2014/main" xmlns=""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cxnSp>
        <p:nvCxnSpPr>
          <p:cNvPr id="20" name="Straight Connector 19">
            <a:extLst>
              <a:ext uri="{FF2B5EF4-FFF2-40B4-BE49-F238E27FC236}">
                <a16:creationId xmlns:a16="http://schemas.microsoft.com/office/drawing/2014/main" xmlns="" id="{1437CE62-271A-52C6-9C2A-A245E26BA299}"/>
              </a:ext>
            </a:extLst>
          </p:cNvPr>
          <p:cNvCxnSpPr>
            <a:cxnSpLocks/>
          </p:cNvCxnSpPr>
          <p:nvPr userDrawn="1"/>
        </p:nvCxnSpPr>
        <p:spPr>
          <a:xfrm>
            <a:off x="2063750" y="3096483"/>
            <a:ext cx="12827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6" name="Text Placeholder 35">
            <a:extLst>
              <a:ext uri="{FF2B5EF4-FFF2-40B4-BE49-F238E27FC236}">
                <a16:creationId xmlns:a16="http://schemas.microsoft.com/office/drawing/2014/main" xmlns="" id="{AB1A3A9C-7406-43B0-3CE6-D18BDAE90AAE}"/>
              </a:ext>
            </a:extLst>
          </p:cNvPr>
          <p:cNvSpPr>
            <a:spLocks noGrp="1"/>
          </p:cNvSpPr>
          <p:nvPr>
            <p:ph type="body" sz="quarter" idx="10" hasCustomPrompt="1"/>
          </p:nvPr>
        </p:nvSpPr>
        <p:spPr>
          <a:xfrm>
            <a:off x="2051050" y="2542620"/>
            <a:ext cx="1282700" cy="558800"/>
          </a:xfrm>
        </p:spPr>
        <p:txBody>
          <a:bodyPr>
            <a:normAutofit/>
          </a:bodyPr>
          <a:lstStyle>
            <a:lvl1pPr marL="0" indent="0" algn="ctr">
              <a:buNone/>
              <a:defRPr sz="2400" b="1">
                <a:solidFill>
                  <a:schemeClr val="bg1"/>
                </a:solidFill>
              </a:defRPr>
            </a:lvl1pPr>
          </a:lstStyle>
          <a:p>
            <a:pPr lvl="0"/>
            <a:r>
              <a:rPr lang="en-US" dirty="0"/>
              <a:t>Lecture</a:t>
            </a:r>
          </a:p>
        </p:txBody>
      </p:sp>
      <p:sp>
        <p:nvSpPr>
          <p:cNvPr id="38" name="Text Placeholder 37">
            <a:extLst>
              <a:ext uri="{FF2B5EF4-FFF2-40B4-BE49-F238E27FC236}">
                <a16:creationId xmlns:a16="http://schemas.microsoft.com/office/drawing/2014/main" xmlns=""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chemeClr val="bg1">
                    <a:lumMod val="50000"/>
                  </a:schemeClr>
                </a:solidFill>
              </a:defRPr>
            </a:lvl1pPr>
          </a:lstStyle>
          <a:p>
            <a:pPr lvl="0"/>
            <a:r>
              <a:rPr lang="en-US" dirty="0"/>
              <a:t>01</a:t>
            </a:r>
          </a:p>
        </p:txBody>
      </p:sp>
      <p:grpSp>
        <p:nvGrpSpPr>
          <p:cNvPr id="3" name="Group 2">
            <a:extLst>
              <a:ext uri="{FF2B5EF4-FFF2-40B4-BE49-F238E27FC236}">
                <a16:creationId xmlns:a16="http://schemas.microsoft.com/office/drawing/2014/main" xmlns="" id="{67799B20-E6CC-B71E-C7D0-7E5636457248}"/>
              </a:ext>
            </a:extLst>
          </p:cNvPr>
          <p:cNvGrpSpPr/>
          <p:nvPr userDrawn="1"/>
        </p:nvGrpSpPr>
        <p:grpSpPr>
          <a:xfrm>
            <a:off x="2194363" y="4857209"/>
            <a:ext cx="983374" cy="457200"/>
            <a:chOff x="1950885" y="4827717"/>
            <a:chExt cx="983374" cy="457200"/>
          </a:xfrm>
        </p:grpSpPr>
        <p:pic>
          <p:nvPicPr>
            <p:cNvPr id="25" name="Picture 4" descr="Python Logo PNG Transparent – Brands Logos">
              <a:extLst>
                <a:ext uri="{FF2B5EF4-FFF2-40B4-BE49-F238E27FC236}">
                  <a16:creationId xmlns:a16="http://schemas.microsoft.com/office/drawing/2014/main" xmlns="" id="{7A333CA6-CC1A-43D6-A93F-94EE046B12F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xmlns="" id="{5CF5C5B8-D89A-8C50-093F-5A7C50D975A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xmlns="" id="{0DB26DF6-9475-9193-1ABA-DCCB2E39B4B0}"/>
              </a:ext>
            </a:extLst>
          </p:cNvPr>
          <p:cNvGrpSpPr/>
          <p:nvPr userDrawn="1"/>
        </p:nvGrpSpPr>
        <p:grpSpPr>
          <a:xfrm>
            <a:off x="430466" y="206661"/>
            <a:ext cx="11052147" cy="6128825"/>
            <a:chOff x="-254928" y="565240"/>
            <a:chExt cx="11052147" cy="6128825"/>
          </a:xfrm>
        </p:grpSpPr>
        <p:pic>
          <p:nvPicPr>
            <p:cNvPr id="9" name="Picture 12" descr="Geometric Abstract Shapes Vector PNG Images, Geometric Shape, Geometric,  Shapes, Line PNG Image For Free Download">
              <a:extLst>
                <a:ext uri="{FF2B5EF4-FFF2-40B4-BE49-F238E27FC236}">
                  <a16:creationId xmlns:a16="http://schemas.microsoft.com/office/drawing/2014/main" xmlns="" id="{5B2DC3E2-513C-2FC0-A79B-AA2D4107228E}"/>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12" descr="Geometric Abstract Shapes Vector PNG Images, Geometric Shape, Geometric,  Shapes, Line PNG Image For Free Download">
              <a:extLst>
                <a:ext uri="{FF2B5EF4-FFF2-40B4-BE49-F238E27FC236}">
                  <a16:creationId xmlns:a16="http://schemas.microsoft.com/office/drawing/2014/main" xmlns="" id="{BFA83FBD-9BAB-FF7F-E029-9BA4EBE0758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2" descr="Geometric Abstract Shapes Vector PNG Images, Geometric Shape, Geometric,  Shapes, Line PNG Image For Free Download">
              <a:extLst>
                <a:ext uri="{FF2B5EF4-FFF2-40B4-BE49-F238E27FC236}">
                  <a16:creationId xmlns:a16="http://schemas.microsoft.com/office/drawing/2014/main" xmlns="" id="{41AAD538-FF94-65D4-4C5E-30DD8907836C}"/>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xmlns="" id="{E3B8C9B5-F5A9-3BCA-909D-8F6FC85578D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xmlns="" id="{F257332A-CE3C-09E7-EE65-A670DBADFCFA}"/>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12" descr="Geometric Abstract Shapes Vector PNG Images, Geometric Shape, Geometric,  Shapes, Line PNG Image For Free Download">
              <a:extLst>
                <a:ext uri="{FF2B5EF4-FFF2-40B4-BE49-F238E27FC236}">
                  <a16:creationId xmlns:a16="http://schemas.microsoft.com/office/drawing/2014/main" xmlns="" id="{B4E14C98-7284-C5BC-6D77-C05C6D4BC0D1}"/>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7" name="Picture 12" descr="Geometric Abstract Shapes Vector PNG Images, Geometric Shape, Geometric,  Shapes, Line PNG Image For Free Download">
              <a:extLst>
                <a:ext uri="{FF2B5EF4-FFF2-40B4-BE49-F238E27FC236}">
                  <a16:creationId xmlns:a16="http://schemas.microsoft.com/office/drawing/2014/main" xmlns="" id="{4D2FF988-C167-702C-EC57-1A0001C0DD36}"/>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8" name="Picture 12" descr="Geometric Abstract Shapes Vector PNG Images, Geometric Shape, Geometric,  Shapes, Line PNG Image For Free Download">
              <a:extLst>
                <a:ext uri="{FF2B5EF4-FFF2-40B4-BE49-F238E27FC236}">
                  <a16:creationId xmlns:a16="http://schemas.microsoft.com/office/drawing/2014/main" xmlns="" id="{56485F8C-5277-B97B-52FA-B6366EB93E31}"/>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xmlns="" id="{6694840C-316F-D2BA-321F-651A3EBD573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xmlns="" id="{7ADD3ECF-D3D5-EAC5-411F-E13E13301A3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xmlns="" id="{14BB5171-7BA9-E2F2-C2A9-DD58651CDF11}"/>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xmlns="" id="{CED1A7A3-B815-71DC-9D32-9ABD788CDA9E}"/>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xmlns="" id="{4CA931C7-9424-829E-4CB9-2868DF5AF0D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xmlns="" id="{2A908515-A8E6-6AF5-22BC-3CA2DE55AD15}"/>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B04036C4-BCF4-00D8-85F5-BFF24B5CAEE1}"/>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3735749C-98ED-1D52-D759-A43399C079A8}"/>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14D0BBF1-0096-3974-2366-DA7603219AE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31" name="Rectangle: Single Corner Rounded 30">
            <a:extLst>
              <a:ext uri="{FF2B5EF4-FFF2-40B4-BE49-F238E27FC236}">
                <a16:creationId xmlns:a16="http://schemas.microsoft.com/office/drawing/2014/main" xmlns="" id="{749464A5-FC53-CB85-A728-217E6696E5A3}"/>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xmlns="" id="{E04C8371-F443-1F1B-34A0-A3A7DD2B426C}"/>
              </a:ext>
            </a:extLst>
          </p:cNvPr>
          <p:cNvSpPr txBox="1"/>
          <p:nvPr userDrawn="1"/>
        </p:nvSpPr>
        <p:spPr>
          <a:xfrm>
            <a:off x="1" y="6203484"/>
            <a:ext cx="2260599"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spTree>
    <p:extLst>
      <p:ext uri="{BB962C8B-B14F-4D97-AF65-F5344CB8AC3E}">
        <p14:creationId xmlns:p14="http://schemas.microsoft.com/office/powerpoint/2010/main" val="1328409522"/>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Content Slide with Titl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D96BEA09-0983-13EF-017F-E168EAC9C3C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atin typeface="Arial Black" panose="020B0A04020102020204" pitchFamily="34" charset="0"/>
            </a:endParaRPr>
          </a:p>
        </p:txBody>
      </p:sp>
      <p:sp>
        <p:nvSpPr>
          <p:cNvPr id="25" name="Rectangle: Top Corners Rounded 24">
            <a:extLst>
              <a:ext uri="{FF2B5EF4-FFF2-40B4-BE49-F238E27FC236}">
                <a16:creationId xmlns:a16="http://schemas.microsoft.com/office/drawing/2014/main" xmlns=""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xmlns=""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xmlns=""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xmlns="" id="{ACBEDCC2-030A-070F-7FD7-1CF4E1F41B4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xmlns="" id="{8523BCE1-36FE-F100-F6D2-D0D5BE1F5F0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Python White Icons – Free Download SVG, PNG, GIF">
            <a:extLst>
              <a:ext uri="{FF2B5EF4-FFF2-40B4-BE49-F238E27FC236}">
                <a16:creationId xmlns:a16="http://schemas.microsoft.com/office/drawing/2014/main" xmlns="" id="{D7C1F87D-D409-F070-539D-F55A3A63144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grpSp>
        <p:nvGrpSpPr>
          <p:cNvPr id="4099" name="Group 4098">
            <a:extLst>
              <a:ext uri="{FF2B5EF4-FFF2-40B4-BE49-F238E27FC236}">
                <a16:creationId xmlns:a16="http://schemas.microsoft.com/office/drawing/2014/main" xmlns="" id="{FA0F5532-CEFD-DD01-3C61-7C7BF58704CD}"/>
              </a:ext>
            </a:extLst>
          </p:cNvPr>
          <p:cNvGrpSpPr/>
          <p:nvPr userDrawn="1"/>
        </p:nvGrpSpPr>
        <p:grpSpPr>
          <a:xfrm>
            <a:off x="430466" y="206661"/>
            <a:ext cx="11052147" cy="6128825"/>
            <a:chOff x="-254928" y="565240"/>
            <a:chExt cx="11052147" cy="6128825"/>
          </a:xfrm>
        </p:grpSpPr>
        <p:pic>
          <p:nvPicPr>
            <p:cNvPr id="4101" name="Picture 12" descr="Geometric Abstract Shapes Vector PNG Images, Geometric Shape, Geometric,  Shapes, Line PNG Image For Free Download">
              <a:extLst>
                <a:ext uri="{FF2B5EF4-FFF2-40B4-BE49-F238E27FC236}">
                  <a16:creationId xmlns:a16="http://schemas.microsoft.com/office/drawing/2014/main" xmlns="" id="{A7441D8B-0A58-19FB-F5E0-2EC0933BF08A}"/>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3" name="Picture 12" descr="Geometric Abstract Shapes Vector PNG Images, Geometric Shape, Geometric,  Shapes, Line PNG Image For Free Download">
              <a:extLst>
                <a:ext uri="{FF2B5EF4-FFF2-40B4-BE49-F238E27FC236}">
                  <a16:creationId xmlns:a16="http://schemas.microsoft.com/office/drawing/2014/main" xmlns="" id="{64499C0E-5B25-DFA7-3BF0-1ADA8930B3B1}"/>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5" name="Picture 12" descr="Geometric Abstract Shapes Vector PNG Images, Geometric Shape, Geometric,  Shapes, Line PNG Image For Free Download">
              <a:extLst>
                <a:ext uri="{FF2B5EF4-FFF2-40B4-BE49-F238E27FC236}">
                  <a16:creationId xmlns:a16="http://schemas.microsoft.com/office/drawing/2014/main" xmlns="" id="{62660B8D-0147-A7AE-C2DB-27D8A8B65BBE}"/>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2" descr="Geometric Abstract Shapes Vector PNG Images, Geometric Shape, Geometric,  Shapes, Line PNG Image For Free Download">
              <a:extLst>
                <a:ext uri="{FF2B5EF4-FFF2-40B4-BE49-F238E27FC236}">
                  <a16:creationId xmlns:a16="http://schemas.microsoft.com/office/drawing/2014/main" xmlns="" id="{03527535-22ED-8539-7B16-0CF5347C3A90}"/>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7" name="Picture 12" descr="Geometric Abstract Shapes Vector PNG Images, Geometric Shape, Geometric,  Shapes, Line PNG Image For Free Download">
              <a:extLst>
                <a:ext uri="{FF2B5EF4-FFF2-40B4-BE49-F238E27FC236}">
                  <a16:creationId xmlns:a16="http://schemas.microsoft.com/office/drawing/2014/main" xmlns="" id="{392D96E9-8A64-0879-2D3D-37798FB195A3}"/>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8" name="Picture 12" descr="Geometric Abstract Shapes Vector PNG Images, Geometric Shape, Geometric,  Shapes, Line PNG Image For Free Download">
              <a:extLst>
                <a:ext uri="{FF2B5EF4-FFF2-40B4-BE49-F238E27FC236}">
                  <a16:creationId xmlns:a16="http://schemas.microsoft.com/office/drawing/2014/main" xmlns="" id="{301D60CF-033F-1D8F-61C2-B4199336D4B6}"/>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9" name="Picture 12" descr="Geometric Abstract Shapes Vector PNG Images, Geometric Shape, Geometric,  Shapes, Line PNG Image For Free Download">
              <a:extLst>
                <a:ext uri="{FF2B5EF4-FFF2-40B4-BE49-F238E27FC236}">
                  <a16:creationId xmlns:a16="http://schemas.microsoft.com/office/drawing/2014/main" xmlns="" id="{57BD762B-C204-08C9-8638-1519DDDC1C38}"/>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0" name="Picture 12" descr="Geometric Abstract Shapes Vector PNG Images, Geometric Shape, Geometric,  Shapes, Line PNG Image For Free Download">
              <a:extLst>
                <a:ext uri="{FF2B5EF4-FFF2-40B4-BE49-F238E27FC236}">
                  <a16:creationId xmlns:a16="http://schemas.microsoft.com/office/drawing/2014/main" xmlns="" id="{0F51B538-5CA3-E2D8-AEF9-2212CC860262}"/>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1" name="Picture 12" descr="Geometric Abstract Shapes Vector PNG Images, Geometric Shape, Geometric,  Shapes, Line PNG Image For Free Download">
              <a:extLst>
                <a:ext uri="{FF2B5EF4-FFF2-40B4-BE49-F238E27FC236}">
                  <a16:creationId xmlns:a16="http://schemas.microsoft.com/office/drawing/2014/main" xmlns="" id="{4205D912-E0CB-2A83-56D1-F7957BAE6CCC}"/>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2" name="Picture 12" descr="Geometric Abstract Shapes Vector PNG Images, Geometric Shape, Geometric,  Shapes, Line PNG Image For Free Download">
              <a:extLst>
                <a:ext uri="{FF2B5EF4-FFF2-40B4-BE49-F238E27FC236}">
                  <a16:creationId xmlns:a16="http://schemas.microsoft.com/office/drawing/2014/main" xmlns="" id="{9ABEC6B6-5F4B-2EA6-A409-19F91C2901C0}"/>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3" name="Picture 12" descr="Geometric Abstract Shapes Vector PNG Images, Geometric Shape, Geometric,  Shapes, Line PNG Image For Free Download">
              <a:extLst>
                <a:ext uri="{FF2B5EF4-FFF2-40B4-BE49-F238E27FC236}">
                  <a16:creationId xmlns:a16="http://schemas.microsoft.com/office/drawing/2014/main" xmlns="" id="{B3F15070-1191-9EAF-E085-52C88E9F89CD}"/>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4" name="Picture 12" descr="Geometric Abstract Shapes Vector PNG Images, Geometric Shape, Geometric,  Shapes, Line PNG Image For Free Download">
              <a:extLst>
                <a:ext uri="{FF2B5EF4-FFF2-40B4-BE49-F238E27FC236}">
                  <a16:creationId xmlns:a16="http://schemas.microsoft.com/office/drawing/2014/main" xmlns="" id="{7544368E-82E6-63D3-A0D0-653CAEF1E715}"/>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5" name="Picture 12" descr="Geometric Abstract Shapes Vector PNG Images, Geometric Shape, Geometric,  Shapes, Line PNG Image For Free Download">
              <a:extLst>
                <a:ext uri="{FF2B5EF4-FFF2-40B4-BE49-F238E27FC236}">
                  <a16:creationId xmlns:a16="http://schemas.microsoft.com/office/drawing/2014/main" xmlns="" id="{80D23E49-2470-7FDA-27B3-522A3D070A27}"/>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6" name="Picture 12" descr="Geometric Abstract Shapes Vector PNG Images, Geometric Shape, Geometric,  Shapes, Line PNG Image For Free Download">
              <a:extLst>
                <a:ext uri="{FF2B5EF4-FFF2-40B4-BE49-F238E27FC236}">
                  <a16:creationId xmlns:a16="http://schemas.microsoft.com/office/drawing/2014/main" xmlns="" id="{19F63876-6F02-61B8-027A-3DA41FAE3D48}"/>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7" name="Picture 12" descr="Geometric Abstract Shapes Vector PNG Images, Geometric Shape, Geometric,  Shapes, Line PNG Image For Free Download">
              <a:extLst>
                <a:ext uri="{FF2B5EF4-FFF2-40B4-BE49-F238E27FC236}">
                  <a16:creationId xmlns:a16="http://schemas.microsoft.com/office/drawing/2014/main" xmlns="" id="{8211E1D1-DAB6-3006-023F-A7036481263D}"/>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8" name="Picture 12" descr="Geometric Abstract Shapes Vector PNG Images, Geometric Shape, Geometric,  Shapes, Line PNG Image For Free Download">
              <a:extLst>
                <a:ext uri="{FF2B5EF4-FFF2-40B4-BE49-F238E27FC236}">
                  <a16:creationId xmlns:a16="http://schemas.microsoft.com/office/drawing/2014/main" xmlns="" id="{E332AE41-DE54-00AB-1F67-C74C9B273AFA}"/>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9" name="Picture 12" descr="Geometric Abstract Shapes Vector PNG Images, Geometric Shape, Geometric,  Shapes, Line PNG Image For Free Download">
              <a:extLst>
                <a:ext uri="{FF2B5EF4-FFF2-40B4-BE49-F238E27FC236}">
                  <a16:creationId xmlns:a16="http://schemas.microsoft.com/office/drawing/2014/main" xmlns="" id="{1F7E6F3F-CE48-9EA0-B0DA-87DB0CD201DB}"/>
                </a:ext>
              </a:extLst>
            </p:cNvPr>
            <p:cNvPicPr>
              <a:picLocks noChangeAspect="1" noChangeArrowheads="1"/>
            </p:cNvPicPr>
            <p:nvPr userDrawn="1"/>
          </p:nvPicPr>
          <p:blipFill rotWithShape="1">
            <a:blip r:embed="rId5"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4" name="Text Placeholder 3">
            <a:extLst>
              <a:ext uri="{FF2B5EF4-FFF2-40B4-BE49-F238E27FC236}">
                <a16:creationId xmlns:a16="http://schemas.microsoft.com/office/drawing/2014/main" xmlns="" id="{5B4AE2E9-3828-C057-6425-1FA36A465FA5}"/>
              </a:ext>
            </a:extLst>
          </p:cNvPr>
          <p:cNvSpPr>
            <a:spLocks noGrp="1"/>
          </p:cNvSpPr>
          <p:nvPr>
            <p:ph type="body" sz="quarter" idx="10"/>
          </p:nvPr>
        </p:nvSpPr>
        <p:spPr>
          <a:xfrm>
            <a:off x="655637" y="1684338"/>
            <a:ext cx="10952623"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xmlns="" id="{DDCB4AFB-8290-AA3D-E10E-6D55800C278E}"/>
              </a:ext>
            </a:extLst>
          </p:cNvPr>
          <p:cNvSpPr>
            <a:spLocks noGrp="1"/>
          </p:cNvSpPr>
          <p:nvPr>
            <p:ph type="title"/>
          </p:nvPr>
        </p:nvSpPr>
        <p:spPr>
          <a:xfrm>
            <a:off x="655637" y="222322"/>
            <a:ext cx="7302407" cy="1047679"/>
          </a:xfrm>
        </p:spPr>
        <p:txBody>
          <a:bodyPr>
            <a:noAutofit/>
          </a:bodyPr>
          <a:lstStyle>
            <a:lvl1pPr>
              <a:defRPr sz="3200" b="1">
                <a:solidFill>
                  <a:schemeClr val="bg1"/>
                </a:solidFill>
                <a:latin typeface="Arial Black" panose="020B0A04020102020204" pitchFamily="34" charset="0"/>
                <a:ea typeface="Roboto Black" panose="02000000000000000000" pitchFamily="2" charset="0"/>
              </a:defRPr>
            </a:lvl1pPr>
          </a:lstStyle>
          <a:p>
            <a:r>
              <a:rPr lang="en-US" dirty="0"/>
              <a:t>Click to edit Master title style</a:t>
            </a:r>
          </a:p>
        </p:txBody>
      </p:sp>
      <p:sp>
        <p:nvSpPr>
          <p:cNvPr id="3" name="Google Shape;82;p24">
            <a:extLst>
              <a:ext uri="{FF2B5EF4-FFF2-40B4-BE49-F238E27FC236}">
                <a16:creationId xmlns:a16="http://schemas.microsoft.com/office/drawing/2014/main" xmlns="" id="{5217E10A-CA63-7A57-03CB-9061CD99B1F2}"/>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698341741"/>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Content Slide without 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2F6B822-4878-CE66-7914-B9E9D84C36D3}"/>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xmlns=""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xmlns="" id="{ACBEDCC2-030A-070F-7FD7-1CF4E1F41B4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xmlns="" id="{8523BCE1-36FE-F100-F6D2-D0D5BE1F5F0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97" name="Group 4096">
            <a:extLst>
              <a:ext uri="{FF2B5EF4-FFF2-40B4-BE49-F238E27FC236}">
                <a16:creationId xmlns:a16="http://schemas.microsoft.com/office/drawing/2014/main" xmlns="" id="{03245A72-678A-458C-04E8-FFFECEBCFF08}"/>
              </a:ext>
            </a:extLst>
          </p:cNvPr>
          <p:cNvGrpSpPr/>
          <p:nvPr userDrawn="1"/>
        </p:nvGrpSpPr>
        <p:grpSpPr>
          <a:xfrm>
            <a:off x="430466" y="206661"/>
            <a:ext cx="11052147" cy="6128825"/>
            <a:chOff x="-254928" y="565240"/>
            <a:chExt cx="11052147" cy="6128825"/>
          </a:xfrm>
        </p:grpSpPr>
        <p:pic>
          <p:nvPicPr>
            <p:cNvPr id="4098" name="Picture 12" descr="Geometric Abstract Shapes Vector PNG Images, Geometric Shape, Geometric,  Shapes, Line PNG Image For Free Download">
              <a:extLst>
                <a:ext uri="{FF2B5EF4-FFF2-40B4-BE49-F238E27FC236}">
                  <a16:creationId xmlns:a16="http://schemas.microsoft.com/office/drawing/2014/main" xmlns="" id="{3813B801-927E-41EF-E02A-C398474DF08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099" name="Picture 12" descr="Geometric Abstract Shapes Vector PNG Images, Geometric Shape, Geometric,  Shapes, Line PNG Image For Free Download">
              <a:extLst>
                <a:ext uri="{FF2B5EF4-FFF2-40B4-BE49-F238E27FC236}">
                  <a16:creationId xmlns:a16="http://schemas.microsoft.com/office/drawing/2014/main" xmlns="" id="{24768EDF-C4F7-EE70-2452-DA34FAD43A4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1" name="Picture 12" descr="Geometric Abstract Shapes Vector PNG Images, Geometric Shape, Geometric,  Shapes, Line PNG Image For Free Download">
              <a:extLst>
                <a:ext uri="{FF2B5EF4-FFF2-40B4-BE49-F238E27FC236}">
                  <a16:creationId xmlns:a16="http://schemas.microsoft.com/office/drawing/2014/main" xmlns="" id="{71F19D82-B836-AEB3-199F-964897E06B59}"/>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3" name="Picture 12" descr="Geometric Abstract Shapes Vector PNG Images, Geometric Shape, Geometric,  Shapes, Line PNG Image For Free Download">
              <a:extLst>
                <a:ext uri="{FF2B5EF4-FFF2-40B4-BE49-F238E27FC236}">
                  <a16:creationId xmlns:a16="http://schemas.microsoft.com/office/drawing/2014/main" xmlns="" id="{FD534662-92A1-EF8A-2498-E0A9CE0C766D}"/>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5" name="Picture 12" descr="Geometric Abstract Shapes Vector PNG Images, Geometric Shape, Geometric,  Shapes, Line PNG Image For Free Download">
              <a:extLst>
                <a:ext uri="{FF2B5EF4-FFF2-40B4-BE49-F238E27FC236}">
                  <a16:creationId xmlns:a16="http://schemas.microsoft.com/office/drawing/2014/main" xmlns="" id="{D7442E89-295C-84D6-CF2C-E9F77F887B57}"/>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2" descr="Geometric Abstract Shapes Vector PNG Images, Geometric Shape, Geometric,  Shapes, Line PNG Image For Free Download">
              <a:extLst>
                <a:ext uri="{FF2B5EF4-FFF2-40B4-BE49-F238E27FC236}">
                  <a16:creationId xmlns:a16="http://schemas.microsoft.com/office/drawing/2014/main" xmlns="" id="{F0B096B7-93D7-04DD-85B3-ED370A1B7F32}"/>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7" name="Picture 12" descr="Geometric Abstract Shapes Vector PNG Images, Geometric Shape, Geometric,  Shapes, Line PNG Image For Free Download">
              <a:extLst>
                <a:ext uri="{FF2B5EF4-FFF2-40B4-BE49-F238E27FC236}">
                  <a16:creationId xmlns:a16="http://schemas.microsoft.com/office/drawing/2014/main" xmlns="" id="{D04253CE-6429-6222-0EB5-262CC0CA20FA}"/>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8" name="Picture 12" descr="Geometric Abstract Shapes Vector PNG Images, Geometric Shape, Geometric,  Shapes, Line PNG Image For Free Download">
              <a:extLst>
                <a:ext uri="{FF2B5EF4-FFF2-40B4-BE49-F238E27FC236}">
                  <a16:creationId xmlns:a16="http://schemas.microsoft.com/office/drawing/2014/main" xmlns="" id="{D99EFC06-ECCA-24D3-6B58-669DB109E7A2}"/>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9" name="Picture 12" descr="Geometric Abstract Shapes Vector PNG Images, Geometric Shape, Geometric,  Shapes, Line PNG Image For Free Download">
              <a:extLst>
                <a:ext uri="{FF2B5EF4-FFF2-40B4-BE49-F238E27FC236}">
                  <a16:creationId xmlns:a16="http://schemas.microsoft.com/office/drawing/2014/main" xmlns="" id="{4B5714F2-44F7-8A13-FFC2-96636CF4816B}"/>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0" name="Picture 12" descr="Geometric Abstract Shapes Vector PNG Images, Geometric Shape, Geometric,  Shapes, Line PNG Image For Free Download">
              <a:extLst>
                <a:ext uri="{FF2B5EF4-FFF2-40B4-BE49-F238E27FC236}">
                  <a16:creationId xmlns:a16="http://schemas.microsoft.com/office/drawing/2014/main" xmlns="" id="{53E2BE3A-9459-8B43-3B96-94255A2A8CC8}"/>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1" name="Picture 12" descr="Geometric Abstract Shapes Vector PNG Images, Geometric Shape, Geometric,  Shapes, Line PNG Image For Free Download">
              <a:extLst>
                <a:ext uri="{FF2B5EF4-FFF2-40B4-BE49-F238E27FC236}">
                  <a16:creationId xmlns:a16="http://schemas.microsoft.com/office/drawing/2014/main" xmlns="" id="{F922DF5F-0D6F-72C2-006D-8A06723FCD13}"/>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2" name="Picture 12" descr="Geometric Abstract Shapes Vector PNG Images, Geometric Shape, Geometric,  Shapes, Line PNG Image For Free Download">
              <a:extLst>
                <a:ext uri="{FF2B5EF4-FFF2-40B4-BE49-F238E27FC236}">
                  <a16:creationId xmlns:a16="http://schemas.microsoft.com/office/drawing/2014/main" xmlns="" id="{442A20B5-85A2-B92C-666F-0F03F69A073A}"/>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3" name="Picture 12" descr="Geometric Abstract Shapes Vector PNG Images, Geometric Shape, Geometric,  Shapes, Line PNG Image For Free Download">
              <a:extLst>
                <a:ext uri="{FF2B5EF4-FFF2-40B4-BE49-F238E27FC236}">
                  <a16:creationId xmlns:a16="http://schemas.microsoft.com/office/drawing/2014/main" xmlns="" id="{E4219F12-99D3-9621-34F2-540A9AD61CA0}"/>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4" name="Picture 12" descr="Geometric Abstract Shapes Vector PNG Images, Geometric Shape, Geometric,  Shapes, Line PNG Image For Free Download">
              <a:extLst>
                <a:ext uri="{FF2B5EF4-FFF2-40B4-BE49-F238E27FC236}">
                  <a16:creationId xmlns:a16="http://schemas.microsoft.com/office/drawing/2014/main" xmlns="" id="{740E4C70-DA73-269B-37B0-476783D4BD6C}"/>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5" name="Picture 12" descr="Geometric Abstract Shapes Vector PNG Images, Geometric Shape, Geometric,  Shapes, Line PNG Image For Free Download">
              <a:extLst>
                <a:ext uri="{FF2B5EF4-FFF2-40B4-BE49-F238E27FC236}">
                  <a16:creationId xmlns:a16="http://schemas.microsoft.com/office/drawing/2014/main" xmlns="" id="{76C7E3F3-66B5-F596-12C8-C3C50F072420}"/>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6" name="Picture 12" descr="Geometric Abstract Shapes Vector PNG Images, Geometric Shape, Geometric,  Shapes, Line PNG Image For Free Download">
              <a:extLst>
                <a:ext uri="{FF2B5EF4-FFF2-40B4-BE49-F238E27FC236}">
                  <a16:creationId xmlns:a16="http://schemas.microsoft.com/office/drawing/2014/main" xmlns="" id="{16AB8705-8B3D-C217-A81C-5F9CF63A029C}"/>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7" name="Picture 12" descr="Geometric Abstract Shapes Vector PNG Images, Geometric Shape, Geometric,  Shapes, Line PNG Image For Free Download">
              <a:extLst>
                <a:ext uri="{FF2B5EF4-FFF2-40B4-BE49-F238E27FC236}">
                  <a16:creationId xmlns:a16="http://schemas.microsoft.com/office/drawing/2014/main" xmlns="" id="{D2F325EA-8E70-A44B-4B9E-042862856212}"/>
                </a:ext>
              </a:extLst>
            </p:cNvPr>
            <p:cNvPicPr>
              <a:picLocks noChangeAspect="1" noChangeArrowheads="1"/>
            </p:cNvPicPr>
            <p:nvPr userDrawn="1"/>
          </p:nvPicPr>
          <p:blipFill rotWithShape="1">
            <a:blip r:embed="rId4" cstate="print">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4096" name="Text Placeholder 3">
            <a:extLst>
              <a:ext uri="{FF2B5EF4-FFF2-40B4-BE49-F238E27FC236}">
                <a16:creationId xmlns:a16="http://schemas.microsoft.com/office/drawing/2014/main" xmlns="" id="{B56125E8-88A8-608F-3323-4FDE51F0393C}"/>
              </a:ext>
            </a:extLst>
          </p:cNvPr>
          <p:cNvSpPr>
            <a:spLocks noGrp="1"/>
          </p:cNvSpPr>
          <p:nvPr>
            <p:ph type="body" sz="quarter" idx="10"/>
          </p:nvPr>
        </p:nvSpPr>
        <p:spPr>
          <a:xfrm>
            <a:off x="655637" y="1684338"/>
            <a:ext cx="10952623"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Google Shape;82;p24">
            <a:extLst>
              <a:ext uri="{FF2B5EF4-FFF2-40B4-BE49-F238E27FC236}">
                <a16:creationId xmlns:a16="http://schemas.microsoft.com/office/drawing/2014/main" xmlns="" id="{61FC9036-995B-EA9F-9472-E98C0D17A70C}"/>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2593496106"/>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4649D6C7-11B3-C738-1510-DBE16DB04E08}"/>
              </a:ext>
            </a:extLst>
          </p:cNvPr>
          <p:cNvSpPr/>
          <p:nvPr userDrawn="1"/>
        </p:nvSpPr>
        <p:spPr>
          <a:xfrm>
            <a:off x="0" y="1977571"/>
            <a:ext cx="12192000" cy="2902857"/>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xmlns="" id="{51191BAE-7C5B-0A80-6F2D-D0190D18E234}"/>
              </a:ext>
            </a:extLst>
          </p:cNvPr>
          <p:cNvSpPr/>
          <p:nvPr userDrawn="1"/>
        </p:nvSpPr>
        <p:spPr>
          <a:xfrm>
            <a:off x="872309" y="1646645"/>
            <a:ext cx="3352800" cy="478972"/>
          </a:xfrm>
          <a:prstGeom prst="parallelogram">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5E056488-6100-84A2-6A94-AE41407EDA0D}"/>
              </a:ext>
            </a:extLst>
          </p:cNvPr>
          <p:cNvGrpSpPr/>
          <p:nvPr userDrawn="1"/>
        </p:nvGrpSpPr>
        <p:grpSpPr>
          <a:xfrm>
            <a:off x="10582731" y="4532084"/>
            <a:ext cx="1090382" cy="965001"/>
            <a:chOff x="10495645" y="4630059"/>
            <a:chExt cx="1090382" cy="696686"/>
          </a:xfrm>
          <a:solidFill>
            <a:srgbClr val="A6CFC0"/>
          </a:solidFill>
        </p:grpSpPr>
        <p:sp>
          <p:nvSpPr>
            <p:cNvPr id="12" name="Parallelogram 11">
              <a:extLst>
                <a:ext uri="{FF2B5EF4-FFF2-40B4-BE49-F238E27FC236}">
                  <a16:creationId xmlns:a16="http://schemas.microsoft.com/office/drawing/2014/main" xmlns=""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xmlns=""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xmlns=""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xmlns="" id="{9AF46FBD-D7EA-4B09-0A6F-0F777842C1C0}"/>
              </a:ext>
            </a:extLst>
          </p:cNvPr>
          <p:cNvSpPr>
            <a:spLocks noGrp="1"/>
          </p:cNvSpPr>
          <p:nvPr userDrawn="1">
            <p:ph type="ctrTitle"/>
          </p:nvPr>
        </p:nvSpPr>
        <p:spPr>
          <a:xfrm>
            <a:off x="1524000" y="2843640"/>
            <a:ext cx="9144000" cy="1170717"/>
          </a:xfrm>
        </p:spPr>
        <p:txBody>
          <a:bodyPr anchor="ctr">
            <a:normAutofit/>
          </a:bodyPr>
          <a:lstStyle>
            <a:lvl1pPr algn="ctr">
              <a:defRPr sz="5400" b="1">
                <a:solidFill>
                  <a:srgbClr val="A6CFC0"/>
                </a:solidFill>
              </a:defRPr>
            </a:lvl1pPr>
          </a:lstStyle>
          <a:p>
            <a:r>
              <a:rPr lang="en-US" dirty="0"/>
              <a:t>Click to edit Master title style</a:t>
            </a:r>
          </a:p>
        </p:txBody>
      </p:sp>
      <p:sp>
        <p:nvSpPr>
          <p:cNvPr id="1378" name="Parallelogram 1377">
            <a:extLst>
              <a:ext uri="{FF2B5EF4-FFF2-40B4-BE49-F238E27FC236}">
                <a16:creationId xmlns:a16="http://schemas.microsoft.com/office/drawing/2014/main" xmlns="" id="{84335B70-DF9C-CC22-1C4C-D0D0A7A2C9D2}"/>
              </a:ext>
            </a:extLst>
          </p:cNvPr>
          <p:cNvSpPr/>
          <p:nvPr userDrawn="1"/>
        </p:nvSpPr>
        <p:spPr>
          <a:xfrm>
            <a:off x="830218" y="1571171"/>
            <a:ext cx="3352800" cy="478972"/>
          </a:xfrm>
          <a:prstGeom prst="parallelogram">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80" name="Group 1379">
            <a:extLst>
              <a:ext uri="{FF2B5EF4-FFF2-40B4-BE49-F238E27FC236}">
                <a16:creationId xmlns:a16="http://schemas.microsoft.com/office/drawing/2014/main" xmlns="" id="{18E139F5-CAB4-E9C9-03CF-6506671E67D9}"/>
              </a:ext>
            </a:extLst>
          </p:cNvPr>
          <p:cNvGrpSpPr/>
          <p:nvPr userDrawn="1"/>
        </p:nvGrpSpPr>
        <p:grpSpPr>
          <a:xfrm>
            <a:off x="4876800" y="522514"/>
            <a:ext cx="7315200" cy="286656"/>
            <a:chOff x="4876800" y="522514"/>
            <a:chExt cx="7315200" cy="286656"/>
          </a:xfrm>
        </p:grpSpPr>
        <p:cxnSp>
          <p:nvCxnSpPr>
            <p:cNvPr id="1381" name="Straight Connector 1380">
              <a:extLst>
                <a:ext uri="{FF2B5EF4-FFF2-40B4-BE49-F238E27FC236}">
                  <a16:creationId xmlns:a16="http://schemas.microsoft.com/office/drawing/2014/main" xmlns="" id="{102DA1AC-8CA2-BCAE-3CF1-CBEFFFD813F5}"/>
                </a:ext>
              </a:extLst>
            </p:cNvPr>
            <p:cNvCxnSpPr>
              <a:cxnSpLocks/>
            </p:cNvCxnSpPr>
            <p:nvPr userDrawn="1"/>
          </p:nvCxnSpPr>
          <p:spPr>
            <a:xfrm>
              <a:off x="4876800" y="522514"/>
              <a:ext cx="73152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82" name="Straight Connector 1381">
              <a:extLst>
                <a:ext uri="{FF2B5EF4-FFF2-40B4-BE49-F238E27FC236}">
                  <a16:creationId xmlns:a16="http://schemas.microsoft.com/office/drawing/2014/main" xmlns="" id="{2F2C9467-A5F5-68BC-D665-80CF553A5551}"/>
                </a:ext>
              </a:extLst>
            </p:cNvPr>
            <p:cNvCxnSpPr>
              <a:cxnSpLocks/>
            </p:cNvCxnSpPr>
            <p:nvPr userDrawn="1"/>
          </p:nvCxnSpPr>
          <p:spPr>
            <a:xfrm>
              <a:off x="5608320" y="667656"/>
              <a:ext cx="6583680" cy="0"/>
            </a:xfrm>
            <a:prstGeom prst="line">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83" name="Straight Connector 1382">
              <a:extLst>
                <a:ext uri="{FF2B5EF4-FFF2-40B4-BE49-F238E27FC236}">
                  <a16:creationId xmlns:a16="http://schemas.microsoft.com/office/drawing/2014/main" xmlns="" id="{7DDE37CA-6CA8-91A5-0964-16E09EC98002}"/>
                </a:ext>
              </a:extLst>
            </p:cNvPr>
            <p:cNvCxnSpPr>
              <a:cxnSpLocks/>
            </p:cNvCxnSpPr>
            <p:nvPr userDrawn="1"/>
          </p:nvCxnSpPr>
          <p:spPr>
            <a:xfrm>
              <a:off x="6339840" y="809170"/>
              <a:ext cx="5852160" cy="0"/>
            </a:xfrm>
            <a:prstGeom prst="line">
              <a:avLst/>
            </a:prstGeom>
            <a:ln w="38100">
              <a:solidFill>
                <a:srgbClr val="A6CFC0"/>
              </a:solidFill>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xmlns="" id="{9BFC48E4-526E-5AA8-9063-C3C53F66B11D}"/>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xmlns="" id="{F17C2C83-5B4B-A658-7B91-3CE3541E94DF}"/>
              </a:ext>
            </a:extLst>
          </p:cNvPr>
          <p:cNvGrpSpPr/>
          <p:nvPr userDrawn="1"/>
        </p:nvGrpSpPr>
        <p:grpSpPr>
          <a:xfrm>
            <a:off x="5424434" y="6183837"/>
            <a:ext cx="1343132" cy="548640"/>
            <a:chOff x="5997681" y="6183837"/>
            <a:chExt cx="1343132" cy="548640"/>
          </a:xfrm>
        </p:grpSpPr>
        <p:pic>
          <p:nvPicPr>
            <p:cNvPr id="1028" name="Picture 4" descr="Python Logo PNG Transparent – Brands Logos">
              <a:extLst>
                <a:ext uri="{FF2B5EF4-FFF2-40B4-BE49-F238E27FC236}">
                  <a16:creationId xmlns:a16="http://schemas.microsoft.com/office/drawing/2014/main" xmlns="" id="{AFC39FE0-99F6-CC7E-B041-EC521B1BF8B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997681" y="6183837"/>
              <a:ext cx="546282" cy="54414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jango Icon #266158 - Free Icons Library">
              <a:extLst>
                <a:ext uri="{FF2B5EF4-FFF2-40B4-BE49-F238E27FC236}">
                  <a16:creationId xmlns:a16="http://schemas.microsoft.com/office/drawing/2014/main" xmlns="" id="{27AEB5A1-FA25-7B4D-CFD0-FBBF6253F81A}"/>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6790832" y="6183837"/>
              <a:ext cx="549981" cy="5486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76316853"/>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2_Title Slide">
    <p:bg>
      <p:bgRef idx="1001">
        <a:schemeClr val="bg1"/>
      </p:bgRef>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xmlns="" id="{155AE037-307C-43CB-509A-1F04F35A27D8}"/>
              </a:ext>
            </a:extLst>
          </p:cNvPr>
          <p:cNvGrpSpPr/>
          <p:nvPr userDrawn="1"/>
        </p:nvGrpSpPr>
        <p:grpSpPr>
          <a:xfrm>
            <a:off x="430466" y="206661"/>
            <a:ext cx="11052147" cy="6128825"/>
            <a:chOff x="-254928" y="565240"/>
            <a:chExt cx="11052147" cy="6128825"/>
          </a:xfrm>
        </p:grpSpPr>
        <p:pic>
          <p:nvPicPr>
            <p:cNvPr id="27" name="Picture 12" descr="Geometric Abstract Shapes Vector PNG Images, Geometric Shape, Geometric,  Shapes, Line PNG Image For Free Download">
              <a:extLst>
                <a:ext uri="{FF2B5EF4-FFF2-40B4-BE49-F238E27FC236}">
                  <a16:creationId xmlns:a16="http://schemas.microsoft.com/office/drawing/2014/main" xmlns="" id="{086F0732-8C92-50E8-89E7-B4560E098B18}"/>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E05DA643-1D33-85CD-0B24-588715F478C2}"/>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6074E181-92B6-34AA-00AB-C546432B509B}"/>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98D2EC3B-BE31-9CA0-D7CA-D98000EDFC4B}"/>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7ECE8B94-7432-0F97-B1DE-D597B0E299E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497E498-B404-F0D7-710D-A8CD4771A691}"/>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EE2D0145-EC93-D150-8EFC-A3D8C3F4F57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AA6DC107-7FCE-B767-2477-E6478CE2662A}"/>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CF5B8F29-B3E4-8CE0-7A82-640677705D3B}"/>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78A5107B-2F86-CF04-2EBE-1DDD9AEF8937}"/>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12" descr="Geometric Abstract Shapes Vector PNG Images, Geometric Shape, Geometric,  Shapes, Line PNG Image For Free Download">
              <a:extLst>
                <a:ext uri="{FF2B5EF4-FFF2-40B4-BE49-F238E27FC236}">
                  <a16:creationId xmlns:a16="http://schemas.microsoft.com/office/drawing/2014/main" xmlns="" id="{23C87772-2447-0DE2-A78C-C3FD2A41A10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29101" t="1646" r="48019" b="75474"/>
            <a:stretch/>
          </p:blipFill>
          <p:spPr bwMode="auto">
            <a:xfrm>
              <a:off x="6267072" y="211228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12" descr="Geometric Abstract Shapes Vector PNG Images, Geometric Shape, Geometric,  Shapes, Line PNG Image For Free Download">
              <a:extLst>
                <a:ext uri="{FF2B5EF4-FFF2-40B4-BE49-F238E27FC236}">
                  <a16:creationId xmlns:a16="http://schemas.microsoft.com/office/drawing/2014/main" xmlns="" id="{26A7A5FD-94FB-CCA2-799E-615F863942BE}"/>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0" name="Picture 12" descr="Geometric Abstract Shapes Vector PNG Images, Geometric Shape, Geometric,  Shapes, Line PNG Image For Free Download">
              <a:extLst>
                <a:ext uri="{FF2B5EF4-FFF2-40B4-BE49-F238E27FC236}">
                  <a16:creationId xmlns:a16="http://schemas.microsoft.com/office/drawing/2014/main" xmlns="" id="{6FE10F7A-4484-5527-C538-83542C90965F}"/>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12" descr="Geometric Abstract Shapes Vector PNG Images, Geometric Shape, Geometric,  Shapes, Line PNG Image For Free Download">
              <a:extLst>
                <a:ext uri="{FF2B5EF4-FFF2-40B4-BE49-F238E27FC236}">
                  <a16:creationId xmlns:a16="http://schemas.microsoft.com/office/drawing/2014/main" xmlns="" id="{E9772FAE-66C6-2CB6-8195-DAF6FD393302}"/>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12" descr="Geometric Abstract Shapes Vector PNG Images, Geometric Shape, Geometric,  Shapes, Line PNG Image For Free Download">
              <a:extLst>
                <a:ext uri="{FF2B5EF4-FFF2-40B4-BE49-F238E27FC236}">
                  <a16:creationId xmlns:a16="http://schemas.microsoft.com/office/drawing/2014/main" xmlns="" id="{F7D3E21B-56E4-0D64-A07B-D6F4FB97A0E4}"/>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3" name="Picture 12" descr="Geometric Abstract Shapes Vector PNG Images, Geometric Shape, Geometric,  Shapes, Line PNG Image For Free Download">
              <a:extLst>
                <a:ext uri="{FF2B5EF4-FFF2-40B4-BE49-F238E27FC236}">
                  <a16:creationId xmlns:a16="http://schemas.microsoft.com/office/drawing/2014/main" xmlns="" id="{6EB126CE-8B1F-EC26-8B9F-2128AEB2F798}"/>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12" descr="Geometric Abstract Shapes Vector PNG Images, Geometric Shape, Geometric,  Shapes, Line PNG Image For Free Download">
              <a:extLst>
                <a:ext uri="{FF2B5EF4-FFF2-40B4-BE49-F238E27FC236}">
                  <a16:creationId xmlns:a16="http://schemas.microsoft.com/office/drawing/2014/main" xmlns="" id="{646B5CE0-F3B2-3645-E740-2234C862017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6" name="Picture 12" descr="Geometric Abstract Shapes Vector PNG Images, Geometric Shape, Geometric,  Shapes, Line PNG Image For Free Download">
              <a:extLst>
                <a:ext uri="{FF2B5EF4-FFF2-40B4-BE49-F238E27FC236}">
                  <a16:creationId xmlns:a16="http://schemas.microsoft.com/office/drawing/2014/main" xmlns="" id="{2FB89EC3-9DF1-A1E4-BEA2-36B1DF87EEB3}"/>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9" name="Rectangle 8">
            <a:extLst>
              <a:ext uri="{FF2B5EF4-FFF2-40B4-BE49-F238E27FC236}">
                <a16:creationId xmlns:a16="http://schemas.microsoft.com/office/drawing/2014/main" xmlns="" id="{4649D6C7-11B3-C738-1510-DBE16DB04E08}"/>
              </a:ext>
            </a:extLst>
          </p:cNvPr>
          <p:cNvSpPr/>
          <p:nvPr userDrawn="1"/>
        </p:nvSpPr>
        <p:spPr>
          <a:xfrm>
            <a:off x="0" y="2002971"/>
            <a:ext cx="12192000" cy="2902857"/>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5E056488-6100-84A2-6A94-AE41407EDA0D}"/>
              </a:ext>
            </a:extLst>
          </p:cNvPr>
          <p:cNvGrpSpPr/>
          <p:nvPr userDrawn="1"/>
        </p:nvGrpSpPr>
        <p:grpSpPr>
          <a:xfrm>
            <a:off x="10582731" y="4573911"/>
            <a:ext cx="1090382" cy="696686"/>
            <a:chOff x="10495645" y="4630059"/>
            <a:chExt cx="1090382" cy="696686"/>
          </a:xfrm>
          <a:solidFill>
            <a:srgbClr val="A6CFC0"/>
          </a:solidFill>
        </p:grpSpPr>
        <p:sp>
          <p:nvSpPr>
            <p:cNvPr id="12" name="Parallelogram 11">
              <a:extLst>
                <a:ext uri="{FF2B5EF4-FFF2-40B4-BE49-F238E27FC236}">
                  <a16:creationId xmlns:a16="http://schemas.microsoft.com/office/drawing/2014/main" xmlns=""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xmlns=""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xmlns=""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descr="Python Logo PNG Transparent – Brands Logos">
            <a:extLst>
              <a:ext uri="{FF2B5EF4-FFF2-40B4-BE49-F238E27FC236}">
                <a16:creationId xmlns:a16="http://schemas.microsoft.com/office/drawing/2014/main" xmlns="" id="{AFC39FE0-99F6-CC7E-B041-EC521B1BF8B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827655" y="5831621"/>
            <a:ext cx="640080" cy="637571"/>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xmlns="" id="{B9BC8F41-9136-3ED4-4F03-CF175CCAF159}"/>
              </a:ext>
            </a:extLst>
          </p:cNvPr>
          <p:cNvGrpSpPr/>
          <p:nvPr userDrawn="1"/>
        </p:nvGrpSpPr>
        <p:grpSpPr>
          <a:xfrm>
            <a:off x="4876800" y="522514"/>
            <a:ext cx="7315200" cy="286656"/>
            <a:chOff x="4876800" y="522514"/>
            <a:chExt cx="7315200" cy="286656"/>
          </a:xfrm>
        </p:grpSpPr>
        <p:cxnSp>
          <p:nvCxnSpPr>
            <p:cNvPr id="21" name="Straight Connector 20">
              <a:extLst>
                <a:ext uri="{FF2B5EF4-FFF2-40B4-BE49-F238E27FC236}">
                  <a16:creationId xmlns:a16="http://schemas.microsoft.com/office/drawing/2014/main" xmlns="" id="{D3A1D6C1-4927-89A7-B434-47814B8B1615}"/>
                </a:ext>
              </a:extLst>
            </p:cNvPr>
            <p:cNvCxnSpPr>
              <a:cxnSpLocks/>
            </p:cNvCxnSpPr>
            <p:nvPr userDrawn="1"/>
          </p:nvCxnSpPr>
          <p:spPr>
            <a:xfrm>
              <a:off x="4876800" y="522514"/>
              <a:ext cx="73152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xmlns="" id="{D0906518-0E81-A82C-A4FE-D0AFAFF5909E}"/>
                </a:ext>
              </a:extLst>
            </p:cNvPr>
            <p:cNvCxnSpPr>
              <a:cxnSpLocks/>
            </p:cNvCxnSpPr>
            <p:nvPr userDrawn="1"/>
          </p:nvCxnSpPr>
          <p:spPr>
            <a:xfrm>
              <a:off x="5608320" y="667656"/>
              <a:ext cx="6583680" cy="0"/>
            </a:xfrm>
            <a:prstGeom prst="line">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04B67E23-C6E6-355A-CCE3-E7EAB68EFF9E}"/>
                </a:ext>
              </a:extLst>
            </p:cNvPr>
            <p:cNvCxnSpPr>
              <a:cxnSpLocks/>
            </p:cNvCxnSpPr>
            <p:nvPr userDrawn="1"/>
          </p:nvCxnSpPr>
          <p:spPr>
            <a:xfrm>
              <a:off x="6339840" y="809170"/>
              <a:ext cx="5852160" cy="0"/>
            </a:xfrm>
            <a:prstGeom prst="line">
              <a:avLst/>
            </a:prstGeom>
            <a:ln w="38100">
              <a:solidFill>
                <a:srgbClr val="A6CFC0"/>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xmlns="" id="{9AF46FBD-D7EA-4B09-0A6F-0F777842C1C0}"/>
              </a:ext>
            </a:extLst>
          </p:cNvPr>
          <p:cNvSpPr>
            <a:spLocks noGrp="1"/>
          </p:cNvSpPr>
          <p:nvPr>
            <p:ph type="ctrTitle"/>
          </p:nvPr>
        </p:nvSpPr>
        <p:spPr>
          <a:xfrm>
            <a:off x="4997677" y="2566833"/>
            <a:ext cx="7019744" cy="937126"/>
          </a:xfrm>
        </p:spPr>
        <p:txBody>
          <a:bodyPr anchor="ctr">
            <a:noAutofit/>
          </a:bodyPr>
          <a:lstStyle>
            <a:lvl1pPr algn="ctr">
              <a:defRPr sz="4000" b="1">
                <a:solidFill>
                  <a:srgbClr val="A6CFC0"/>
                </a:solidFill>
              </a:defRPr>
            </a:lvl1pPr>
          </a:lstStyle>
          <a:p>
            <a:r>
              <a:rPr lang="en-US" dirty="0"/>
              <a:t>Click to edit Master title style</a:t>
            </a:r>
          </a:p>
        </p:txBody>
      </p:sp>
      <p:sp>
        <p:nvSpPr>
          <p:cNvPr id="3" name="Subtitle 2">
            <a:extLst>
              <a:ext uri="{FF2B5EF4-FFF2-40B4-BE49-F238E27FC236}">
                <a16:creationId xmlns:a16="http://schemas.microsoft.com/office/drawing/2014/main" xmlns="" id="{D20A4EEA-AAE7-5304-5111-D6F94C69AC6A}"/>
              </a:ext>
            </a:extLst>
          </p:cNvPr>
          <p:cNvSpPr>
            <a:spLocks noGrp="1"/>
          </p:cNvSpPr>
          <p:nvPr>
            <p:ph type="subTitle" idx="1"/>
          </p:nvPr>
        </p:nvSpPr>
        <p:spPr>
          <a:xfrm>
            <a:off x="4997678" y="3716333"/>
            <a:ext cx="7019742" cy="64520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26" name="Group 25">
            <a:extLst>
              <a:ext uri="{FF2B5EF4-FFF2-40B4-BE49-F238E27FC236}">
                <a16:creationId xmlns:a16="http://schemas.microsoft.com/office/drawing/2014/main" xmlns="" id="{6B297A53-70DA-A52B-2748-3024E24D9B08}"/>
              </a:ext>
            </a:extLst>
          </p:cNvPr>
          <p:cNvGrpSpPr/>
          <p:nvPr userDrawn="1"/>
        </p:nvGrpSpPr>
        <p:grpSpPr>
          <a:xfrm>
            <a:off x="0" y="1792513"/>
            <a:ext cx="3675742" cy="3323772"/>
            <a:chOff x="0" y="1979288"/>
            <a:chExt cx="3675742" cy="3323772"/>
          </a:xfrm>
          <a:solidFill>
            <a:srgbClr val="A6CFC0"/>
          </a:solidFill>
        </p:grpSpPr>
        <p:sp>
          <p:nvSpPr>
            <p:cNvPr id="11" name="Parallelogram 10">
              <a:extLst>
                <a:ext uri="{FF2B5EF4-FFF2-40B4-BE49-F238E27FC236}">
                  <a16:creationId xmlns:a16="http://schemas.microsoft.com/office/drawing/2014/main" xmlns="" id="{51191BAE-7C5B-0A80-6F2D-D0190D18E234}"/>
                </a:ext>
              </a:extLst>
            </p:cNvPr>
            <p:cNvSpPr/>
            <p:nvPr userDrawn="1"/>
          </p:nvSpPr>
          <p:spPr>
            <a:xfrm>
              <a:off x="963840" y="1979288"/>
              <a:ext cx="1778000" cy="3323772"/>
            </a:xfrm>
            <a:prstGeom prst="parallelogram">
              <a:avLst>
                <a:gd name="adj" fmla="val 679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arallelogram 3">
              <a:extLst>
                <a:ext uri="{FF2B5EF4-FFF2-40B4-BE49-F238E27FC236}">
                  <a16:creationId xmlns:a16="http://schemas.microsoft.com/office/drawing/2014/main" xmlns="" id="{224FF31A-CFCE-BDA2-29CB-B2CEBAB251BD}"/>
                </a:ext>
              </a:extLst>
            </p:cNvPr>
            <p:cNvSpPr/>
            <p:nvPr userDrawn="1"/>
          </p:nvSpPr>
          <p:spPr>
            <a:xfrm>
              <a:off x="1897742" y="1979288"/>
              <a:ext cx="1778000" cy="3323772"/>
            </a:xfrm>
            <a:prstGeom prst="parallelogram">
              <a:avLst>
                <a:gd name="adj" fmla="val 679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xmlns="" id="{1D78F709-B334-E3FB-9A69-18FE7DB7BFFB}"/>
                </a:ext>
              </a:extLst>
            </p:cNvPr>
            <p:cNvSpPr/>
            <p:nvPr userDrawn="1"/>
          </p:nvSpPr>
          <p:spPr>
            <a:xfrm>
              <a:off x="0" y="1980649"/>
              <a:ext cx="1866900" cy="3321050"/>
            </a:xfrm>
            <a:custGeom>
              <a:avLst/>
              <a:gdLst>
                <a:gd name="connsiteX0" fmla="*/ 1866900 w 1866900"/>
                <a:gd name="connsiteY0" fmla="*/ 0 h 3321050"/>
                <a:gd name="connsiteX1" fmla="*/ 0 w 1866900"/>
                <a:gd name="connsiteY1" fmla="*/ 0 h 3321050"/>
                <a:gd name="connsiteX2" fmla="*/ 0 w 1866900"/>
                <a:gd name="connsiteY2" fmla="*/ 3321050 h 3321050"/>
                <a:gd name="connsiteX3" fmla="*/ 679450 w 1866900"/>
                <a:gd name="connsiteY3" fmla="*/ 3321050 h 3321050"/>
                <a:gd name="connsiteX4" fmla="*/ 1866900 w 1866900"/>
                <a:gd name="connsiteY4" fmla="*/ 0 h 332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6900" h="3321050">
                  <a:moveTo>
                    <a:pt x="1866900" y="0"/>
                  </a:moveTo>
                  <a:lnTo>
                    <a:pt x="0" y="0"/>
                  </a:lnTo>
                  <a:lnTo>
                    <a:pt x="0" y="3321050"/>
                  </a:lnTo>
                  <a:lnTo>
                    <a:pt x="679450" y="3321050"/>
                  </a:lnTo>
                  <a:lnTo>
                    <a:pt x="186690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xmlns="" id="{2C77FF52-AB64-FDC4-6CAA-13D96BA5000A}"/>
              </a:ext>
            </a:extLst>
          </p:cNvPr>
          <p:cNvSpPr txBox="1">
            <a:spLocks/>
          </p:cNvSpPr>
          <p:nvPr userDrawn="1"/>
        </p:nvSpPr>
        <p:spPr>
          <a:xfrm>
            <a:off x="3796619" y="2814220"/>
            <a:ext cx="1054781" cy="128035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rgbClr val="FFFF00"/>
                </a:solidFill>
                <a:latin typeface="+mj-lt"/>
                <a:ea typeface="+mj-ea"/>
                <a:cs typeface="+mj-cs"/>
              </a:defRPr>
            </a:lvl1pPr>
          </a:lstStyle>
          <a:p>
            <a:pPr algn="ctr"/>
            <a:r>
              <a:rPr lang="en-US" sz="4400" dirty="0">
                <a:solidFill>
                  <a:schemeClr val="bg1"/>
                </a:solidFill>
                <a:latin typeface="Arial Black" panose="020B0A04020102020204" pitchFamily="34" charset="0"/>
                <a:cs typeface="Arial" panose="020B0604020202020204" pitchFamily="34" charset="0"/>
              </a:rPr>
              <a:t>01</a:t>
            </a:r>
          </a:p>
        </p:txBody>
      </p:sp>
      <p:cxnSp>
        <p:nvCxnSpPr>
          <p:cNvPr id="25" name="Straight Connector 24">
            <a:extLst>
              <a:ext uri="{FF2B5EF4-FFF2-40B4-BE49-F238E27FC236}">
                <a16:creationId xmlns:a16="http://schemas.microsoft.com/office/drawing/2014/main" xmlns="" id="{6B732328-9BBF-CD0F-62A7-D6860919765C}"/>
              </a:ext>
            </a:extLst>
          </p:cNvPr>
          <p:cNvCxnSpPr>
            <a:cxnSpLocks/>
          </p:cNvCxnSpPr>
          <p:nvPr userDrawn="1"/>
        </p:nvCxnSpPr>
        <p:spPr>
          <a:xfrm>
            <a:off x="4900749" y="2538088"/>
            <a:ext cx="0" cy="220617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xmlns="" id="{136E7069-684C-8493-BFEA-9D15BC1B6A8E}"/>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pic>
        <p:nvPicPr>
          <p:cNvPr id="8" name="Picture 2" descr="Django Icon #266158 - Free Icons Library">
            <a:extLst>
              <a:ext uri="{FF2B5EF4-FFF2-40B4-BE49-F238E27FC236}">
                <a16:creationId xmlns:a16="http://schemas.microsoft.com/office/drawing/2014/main" xmlns="" id="{F2FE81B2-E2DA-5EB4-FEEE-FA6D844A241D}"/>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3957" t="3918" r="4003" b="4265"/>
          <a:stretch/>
        </p:blipFill>
        <p:spPr bwMode="auto">
          <a:xfrm>
            <a:off x="10034700" y="5810245"/>
            <a:ext cx="641645" cy="64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689852"/>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4735E40E-9EDA-E7EF-89E4-C121E1460818}"/>
              </a:ext>
            </a:extLst>
          </p:cNvPr>
          <p:cNvSpPr/>
          <p:nvPr userDrawn="1"/>
        </p:nvSpPr>
        <p:spPr>
          <a:xfrm>
            <a:off x="0" y="0"/>
            <a:ext cx="2705100" cy="68580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xmlns="" id="{D1BD198B-9F33-990A-63F4-89329A571653}"/>
              </a:ext>
            </a:extLst>
          </p:cNvPr>
          <p:cNvSpPr/>
          <p:nvPr userDrawn="1"/>
        </p:nvSpPr>
        <p:spPr>
          <a:xfrm>
            <a:off x="1574800" y="1365250"/>
            <a:ext cx="2260600" cy="4127500"/>
          </a:xfrm>
          <a:prstGeom prst="roundRect">
            <a:avLst>
              <a:gd name="adj" fmla="val 1610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xmlns=""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rgbClr val="035160"/>
                </a:solidFill>
              </a:defRPr>
            </a:lvl1pPr>
          </a:lstStyle>
          <a:p>
            <a:r>
              <a:rPr lang="en-US" dirty="0"/>
              <a:t>TITLE OF THE LECTURE</a:t>
            </a:r>
          </a:p>
        </p:txBody>
      </p:sp>
      <p:sp>
        <p:nvSpPr>
          <p:cNvPr id="13" name="Subtitle 2">
            <a:extLst>
              <a:ext uri="{FF2B5EF4-FFF2-40B4-BE49-F238E27FC236}">
                <a16:creationId xmlns:a16="http://schemas.microsoft.com/office/drawing/2014/main" xmlns=""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rgbClr val="A6CF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cxnSp>
        <p:nvCxnSpPr>
          <p:cNvPr id="20" name="Straight Connector 19">
            <a:extLst>
              <a:ext uri="{FF2B5EF4-FFF2-40B4-BE49-F238E27FC236}">
                <a16:creationId xmlns:a16="http://schemas.microsoft.com/office/drawing/2014/main" xmlns="" id="{1437CE62-271A-52C6-9C2A-A245E26BA299}"/>
              </a:ext>
            </a:extLst>
          </p:cNvPr>
          <p:cNvCxnSpPr>
            <a:cxnSpLocks/>
          </p:cNvCxnSpPr>
          <p:nvPr userDrawn="1"/>
        </p:nvCxnSpPr>
        <p:spPr>
          <a:xfrm>
            <a:off x="2063750" y="3096483"/>
            <a:ext cx="12827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7" name="Rectangle: Single Corner Rounded 26">
            <a:extLst>
              <a:ext uri="{FF2B5EF4-FFF2-40B4-BE49-F238E27FC236}">
                <a16:creationId xmlns:a16="http://schemas.microsoft.com/office/drawing/2014/main" xmlns="" id="{A1800599-46EB-6C1A-2632-F6002F0C2411}"/>
              </a:ext>
            </a:extLst>
          </p:cNvPr>
          <p:cNvSpPr/>
          <p:nvPr userDrawn="1"/>
        </p:nvSpPr>
        <p:spPr>
          <a:xfrm flipH="1">
            <a:off x="11633200" y="4978400"/>
            <a:ext cx="55880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5">
            <a:extLst>
              <a:ext uri="{FF2B5EF4-FFF2-40B4-BE49-F238E27FC236}">
                <a16:creationId xmlns:a16="http://schemas.microsoft.com/office/drawing/2014/main" xmlns="" id="{AB1A3A9C-7406-43B0-3CE6-D18BDAE90AAE}"/>
              </a:ext>
            </a:extLst>
          </p:cNvPr>
          <p:cNvSpPr>
            <a:spLocks noGrp="1"/>
          </p:cNvSpPr>
          <p:nvPr>
            <p:ph type="body" sz="quarter" idx="10" hasCustomPrompt="1"/>
          </p:nvPr>
        </p:nvSpPr>
        <p:spPr>
          <a:xfrm>
            <a:off x="2051050" y="2542620"/>
            <a:ext cx="1282700" cy="558800"/>
          </a:xfrm>
        </p:spPr>
        <p:txBody>
          <a:bodyPr>
            <a:normAutofit/>
          </a:bodyPr>
          <a:lstStyle>
            <a:lvl1pPr marL="0" indent="0" algn="ctr">
              <a:buNone/>
              <a:defRPr sz="2400" b="1">
                <a:solidFill>
                  <a:schemeClr val="bg1">
                    <a:lumMod val="50000"/>
                  </a:schemeClr>
                </a:solidFill>
              </a:defRPr>
            </a:lvl1pPr>
          </a:lstStyle>
          <a:p>
            <a:pPr lvl="0"/>
            <a:r>
              <a:rPr lang="en-US" dirty="0"/>
              <a:t>Lecture</a:t>
            </a:r>
          </a:p>
        </p:txBody>
      </p:sp>
      <p:sp>
        <p:nvSpPr>
          <p:cNvPr id="38" name="Text Placeholder 37">
            <a:extLst>
              <a:ext uri="{FF2B5EF4-FFF2-40B4-BE49-F238E27FC236}">
                <a16:creationId xmlns:a16="http://schemas.microsoft.com/office/drawing/2014/main" xmlns=""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rgbClr val="035160"/>
                </a:solidFill>
              </a:defRPr>
            </a:lvl1pPr>
          </a:lstStyle>
          <a:p>
            <a:pPr lvl="0"/>
            <a:r>
              <a:rPr lang="en-US" dirty="0"/>
              <a:t>01</a:t>
            </a:r>
          </a:p>
        </p:txBody>
      </p:sp>
      <p:sp>
        <p:nvSpPr>
          <p:cNvPr id="5" name="TextBox 4">
            <a:extLst>
              <a:ext uri="{FF2B5EF4-FFF2-40B4-BE49-F238E27FC236}">
                <a16:creationId xmlns:a16="http://schemas.microsoft.com/office/drawing/2014/main" xmlns="" id="{5F5BA3FB-7AB2-C0CE-D7BC-221E236C4F6C}"/>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xmlns="" id="{67799B20-E6CC-B71E-C7D0-7E5636457248}"/>
              </a:ext>
            </a:extLst>
          </p:cNvPr>
          <p:cNvGrpSpPr/>
          <p:nvPr userDrawn="1"/>
        </p:nvGrpSpPr>
        <p:grpSpPr>
          <a:xfrm>
            <a:off x="2194363" y="4857209"/>
            <a:ext cx="983374" cy="457200"/>
            <a:chOff x="1950885" y="4827717"/>
            <a:chExt cx="983374" cy="457200"/>
          </a:xfrm>
        </p:grpSpPr>
        <p:pic>
          <p:nvPicPr>
            <p:cNvPr id="25" name="Picture 4" descr="Python Logo PNG Transparent – Brands Logos">
              <a:extLst>
                <a:ext uri="{FF2B5EF4-FFF2-40B4-BE49-F238E27FC236}">
                  <a16:creationId xmlns:a16="http://schemas.microsoft.com/office/drawing/2014/main" xmlns="" id="{7A333CA6-CC1A-43D6-A93F-94EE046B12F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xmlns="" id="{5CF5C5B8-D89A-8C50-093F-5A7C50D975A5}"/>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74358391"/>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4735E40E-9EDA-E7EF-89E4-C121E1460818}"/>
              </a:ext>
            </a:extLst>
          </p:cNvPr>
          <p:cNvSpPr/>
          <p:nvPr userDrawn="1"/>
        </p:nvSpPr>
        <p:spPr>
          <a:xfrm>
            <a:off x="0" y="0"/>
            <a:ext cx="2705100" cy="68580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xmlns="" id="{D1BD198B-9F33-990A-63F4-89329A571653}"/>
              </a:ext>
            </a:extLst>
          </p:cNvPr>
          <p:cNvSpPr/>
          <p:nvPr userDrawn="1"/>
        </p:nvSpPr>
        <p:spPr>
          <a:xfrm>
            <a:off x="1574800" y="1365250"/>
            <a:ext cx="2260600" cy="4127500"/>
          </a:xfrm>
          <a:prstGeom prst="roundRect">
            <a:avLst>
              <a:gd name="adj" fmla="val 1610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xmlns=""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rgbClr val="035160"/>
                </a:solidFill>
              </a:defRPr>
            </a:lvl1pPr>
          </a:lstStyle>
          <a:p>
            <a:r>
              <a:rPr lang="en-US" dirty="0"/>
              <a:t>TITLE OF THE LECTURE</a:t>
            </a:r>
          </a:p>
        </p:txBody>
      </p:sp>
      <p:sp>
        <p:nvSpPr>
          <p:cNvPr id="13" name="Subtitle 2">
            <a:extLst>
              <a:ext uri="{FF2B5EF4-FFF2-40B4-BE49-F238E27FC236}">
                <a16:creationId xmlns:a16="http://schemas.microsoft.com/office/drawing/2014/main" xmlns=""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rgbClr val="A6CF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sp>
        <p:nvSpPr>
          <p:cNvPr id="27" name="Rectangle: Single Corner Rounded 26">
            <a:extLst>
              <a:ext uri="{FF2B5EF4-FFF2-40B4-BE49-F238E27FC236}">
                <a16:creationId xmlns:a16="http://schemas.microsoft.com/office/drawing/2014/main" xmlns="" id="{A1800599-46EB-6C1A-2632-F6002F0C2411}"/>
              </a:ext>
            </a:extLst>
          </p:cNvPr>
          <p:cNvSpPr/>
          <p:nvPr userDrawn="1"/>
        </p:nvSpPr>
        <p:spPr>
          <a:xfrm flipH="1">
            <a:off x="11633200" y="4978400"/>
            <a:ext cx="55880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5">
            <a:extLst>
              <a:ext uri="{FF2B5EF4-FFF2-40B4-BE49-F238E27FC236}">
                <a16:creationId xmlns:a16="http://schemas.microsoft.com/office/drawing/2014/main" xmlns="" id="{AB1A3A9C-7406-43B0-3CE6-D18BDAE90AAE}"/>
              </a:ext>
            </a:extLst>
          </p:cNvPr>
          <p:cNvSpPr>
            <a:spLocks noGrp="1"/>
          </p:cNvSpPr>
          <p:nvPr>
            <p:ph type="body" sz="quarter" idx="10" hasCustomPrompt="1"/>
          </p:nvPr>
        </p:nvSpPr>
        <p:spPr>
          <a:xfrm>
            <a:off x="2038350" y="2492550"/>
            <a:ext cx="1282700" cy="558800"/>
          </a:xfrm>
        </p:spPr>
        <p:txBody>
          <a:bodyPr>
            <a:normAutofit/>
          </a:bodyPr>
          <a:lstStyle>
            <a:lvl1pPr marL="0" indent="0" algn="ctr">
              <a:buNone/>
              <a:defRPr sz="2400" b="1">
                <a:solidFill>
                  <a:schemeClr val="bg1">
                    <a:lumMod val="50000"/>
                  </a:schemeClr>
                </a:solidFill>
              </a:defRPr>
            </a:lvl1pPr>
          </a:lstStyle>
          <a:p>
            <a:pPr lvl="0"/>
            <a:r>
              <a:rPr lang="en-US" dirty="0"/>
              <a:t>Lecture</a:t>
            </a:r>
          </a:p>
        </p:txBody>
      </p:sp>
      <p:sp>
        <p:nvSpPr>
          <p:cNvPr id="38" name="Text Placeholder 37">
            <a:extLst>
              <a:ext uri="{FF2B5EF4-FFF2-40B4-BE49-F238E27FC236}">
                <a16:creationId xmlns:a16="http://schemas.microsoft.com/office/drawing/2014/main" xmlns=""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rgbClr val="035160"/>
                </a:solidFill>
              </a:defRPr>
            </a:lvl1pPr>
          </a:lstStyle>
          <a:p>
            <a:pPr lvl="0"/>
            <a:r>
              <a:rPr lang="en-US" dirty="0"/>
              <a:t>01</a:t>
            </a:r>
          </a:p>
        </p:txBody>
      </p:sp>
      <p:sp>
        <p:nvSpPr>
          <p:cNvPr id="5" name="TextBox 4">
            <a:extLst>
              <a:ext uri="{FF2B5EF4-FFF2-40B4-BE49-F238E27FC236}">
                <a16:creationId xmlns:a16="http://schemas.microsoft.com/office/drawing/2014/main" xmlns="" id="{5F5BA3FB-7AB2-C0CE-D7BC-221E236C4F6C}"/>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xmlns="" id="{1D558EE7-0CF1-9467-246A-2C3A51ABD424}"/>
              </a:ext>
            </a:extLst>
          </p:cNvPr>
          <p:cNvGrpSpPr/>
          <p:nvPr userDrawn="1"/>
        </p:nvGrpSpPr>
        <p:grpSpPr>
          <a:xfrm>
            <a:off x="2213413" y="4839956"/>
            <a:ext cx="983374" cy="457200"/>
            <a:chOff x="1950885" y="4827717"/>
            <a:chExt cx="983374" cy="457200"/>
          </a:xfrm>
        </p:grpSpPr>
        <p:pic>
          <p:nvPicPr>
            <p:cNvPr id="6" name="Picture 4" descr="Python Logo PNG Transparent – Brands Logos">
              <a:extLst>
                <a:ext uri="{FF2B5EF4-FFF2-40B4-BE49-F238E27FC236}">
                  <a16:creationId xmlns:a16="http://schemas.microsoft.com/office/drawing/2014/main" xmlns="" id="{3565F116-F5D7-8AE7-A33E-8892A0E8888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xmlns="" id="{3CB80A5A-F99E-BC76-9B24-B032E23C610C}"/>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89654355"/>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3" cstate="print">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xmlns="" id="{D7E7E7BE-D4B3-99F4-CCFD-907EC45785C3}"/>
              </a:ext>
            </a:extLst>
          </p:cNvPr>
          <p:cNvPicPr>
            <a:picLocks noChangeAspect="1" noChangeArrowheads="1"/>
          </p:cNvPicPr>
          <p:nvPr userDrawn="1"/>
        </p:nvPicPr>
        <p:blipFill>
          <a:blip r:embed="rId5" cstate="print">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xmlns="" id="{1ABB83B5-8921-1868-4910-1AB436E0A032}"/>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xmlns=""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xmlns="" id="{81732A0B-0286-AE93-8852-201DF84C7B95}"/>
              </a:ext>
            </a:extLst>
          </p:cNvPr>
          <p:cNvSpPr/>
          <p:nvPr userDrawn="1"/>
        </p:nvSpPr>
        <p:spPr>
          <a:xfrm>
            <a:off x="583725" y="1234067"/>
            <a:ext cx="11024550" cy="5311016"/>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xmlns="" id="{E962E720-DD45-54F0-BCB9-3F79152B6CB4}"/>
              </a:ext>
            </a:extLst>
          </p:cNvPr>
          <p:cNvSpPr>
            <a:spLocks noGrp="1"/>
          </p:cNvSpPr>
          <p:nvPr>
            <p:ph type="body" sz="quarter" idx="10"/>
          </p:nvPr>
        </p:nvSpPr>
        <p:spPr>
          <a:xfrm>
            <a:off x="858838" y="1487488"/>
            <a:ext cx="10506075"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Top Corners Rounded 5">
            <a:extLst>
              <a:ext uri="{FF2B5EF4-FFF2-40B4-BE49-F238E27FC236}">
                <a16:creationId xmlns:a16="http://schemas.microsoft.com/office/drawing/2014/main" xmlns="" id="{981EAA2F-43B5-229C-68B5-4BF4208823A0}"/>
              </a:ext>
            </a:extLst>
          </p:cNvPr>
          <p:cNvSpPr/>
          <p:nvPr userDrawn="1"/>
        </p:nvSpPr>
        <p:spPr>
          <a:xfrm flipV="1">
            <a:off x="2289907" y="0"/>
            <a:ext cx="7612187" cy="953902"/>
          </a:xfrm>
          <a:prstGeom prst="round2SameRect">
            <a:avLst>
              <a:gd name="adj1" fmla="val 34024"/>
              <a:gd name="adj2" fmla="val 0"/>
            </a:avLst>
          </a:prstGeom>
          <a:solidFill>
            <a:srgbClr val="035160"/>
          </a:solidFill>
          <a:ln>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xmlns="" id="{3922FC2B-89C1-F942-02D5-73110BCBB901}"/>
              </a:ext>
            </a:extLst>
          </p:cNvPr>
          <p:cNvSpPr>
            <a:spLocks noGrp="1"/>
          </p:cNvSpPr>
          <p:nvPr>
            <p:ph type="title"/>
          </p:nvPr>
        </p:nvSpPr>
        <p:spPr>
          <a:xfrm>
            <a:off x="2884150" y="15669"/>
            <a:ext cx="6316663" cy="826550"/>
          </a:xfrm>
        </p:spPr>
        <p:txBody>
          <a:bodyPr>
            <a:noAutofit/>
          </a:bodyPr>
          <a:lstStyle>
            <a:lvl1pPr algn="ctr">
              <a:defRPr sz="3200" b="1">
                <a:solidFill>
                  <a:schemeClr val="bg1"/>
                </a:solidFill>
                <a:latin typeface="+mn-lt"/>
                <a:ea typeface="Roboto Black" panose="02000000000000000000" pitchFamily="2" charset="0"/>
              </a:defRPr>
            </a:lvl1pPr>
          </a:lstStyle>
          <a:p>
            <a:r>
              <a:rPr lang="en-US" dirty="0"/>
              <a:t>Click to edit Master title style</a:t>
            </a:r>
          </a:p>
        </p:txBody>
      </p:sp>
      <p:sp>
        <p:nvSpPr>
          <p:cNvPr id="2" name="TextBox 1">
            <a:extLst>
              <a:ext uri="{FF2B5EF4-FFF2-40B4-BE49-F238E27FC236}">
                <a16:creationId xmlns:a16="http://schemas.microsoft.com/office/drawing/2014/main" xmlns="" id="{D31557E2-91DC-FE2D-645F-1D1D8F5081F7}"/>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5" name="Group 4">
            <a:extLst>
              <a:ext uri="{FF2B5EF4-FFF2-40B4-BE49-F238E27FC236}">
                <a16:creationId xmlns:a16="http://schemas.microsoft.com/office/drawing/2014/main" xmlns="" id="{DB434691-82AE-A904-624D-9000705A3A1B}"/>
              </a:ext>
            </a:extLst>
          </p:cNvPr>
          <p:cNvGrpSpPr/>
          <p:nvPr userDrawn="1"/>
        </p:nvGrpSpPr>
        <p:grpSpPr>
          <a:xfrm>
            <a:off x="5604313" y="6244510"/>
            <a:ext cx="983374" cy="457200"/>
            <a:chOff x="1950885" y="4827717"/>
            <a:chExt cx="983374" cy="457200"/>
          </a:xfrm>
        </p:grpSpPr>
        <p:pic>
          <p:nvPicPr>
            <p:cNvPr id="8" name="Picture 4" descr="Python Logo PNG Transparent – Brands Logos">
              <a:extLst>
                <a:ext uri="{FF2B5EF4-FFF2-40B4-BE49-F238E27FC236}">
                  <a16:creationId xmlns:a16="http://schemas.microsoft.com/office/drawing/2014/main" xmlns="" id="{39A5E333-7A6B-9A27-1A7F-83FF92CA047A}"/>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jango Icon #266158 - Free Icons Library">
              <a:extLst>
                <a:ext uri="{FF2B5EF4-FFF2-40B4-BE49-F238E27FC236}">
                  <a16:creationId xmlns:a16="http://schemas.microsoft.com/office/drawing/2014/main" xmlns="" id="{E58272E9-1418-3D08-C47B-91F7F87784C8}"/>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408929"/>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3" cstate="print">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xmlns="" id="{D7E7E7BE-D4B3-99F4-CCFD-907EC45785C3}"/>
              </a:ext>
            </a:extLst>
          </p:cNvPr>
          <p:cNvPicPr>
            <a:picLocks noChangeAspect="1" noChangeArrowheads="1"/>
          </p:cNvPicPr>
          <p:nvPr userDrawn="1"/>
        </p:nvPicPr>
        <p:blipFill>
          <a:blip r:embed="rId5" cstate="print">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xmlns="" id="{1ABB83B5-8921-1868-4910-1AB436E0A032}"/>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xmlns=""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xmlns="" id="{81732A0B-0286-AE93-8852-201DF84C7B95}"/>
              </a:ext>
            </a:extLst>
          </p:cNvPr>
          <p:cNvSpPr/>
          <p:nvPr userDrawn="1"/>
        </p:nvSpPr>
        <p:spPr>
          <a:xfrm>
            <a:off x="583725" y="1234067"/>
            <a:ext cx="11024550" cy="5311016"/>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Top Corners Rounded 1">
            <a:extLst>
              <a:ext uri="{FF2B5EF4-FFF2-40B4-BE49-F238E27FC236}">
                <a16:creationId xmlns:a16="http://schemas.microsoft.com/office/drawing/2014/main" xmlns="" id="{93C060DF-9207-CA53-290F-94959ABE3A16}"/>
              </a:ext>
            </a:extLst>
          </p:cNvPr>
          <p:cNvSpPr/>
          <p:nvPr userDrawn="1"/>
        </p:nvSpPr>
        <p:spPr>
          <a:xfrm flipV="1">
            <a:off x="2289907" y="0"/>
            <a:ext cx="7612187" cy="953902"/>
          </a:xfrm>
          <a:prstGeom prst="round2SameRect">
            <a:avLst>
              <a:gd name="adj1" fmla="val 34024"/>
              <a:gd name="adj2" fmla="val 0"/>
            </a:avLst>
          </a:prstGeom>
          <a:solidFill>
            <a:srgbClr val="035160"/>
          </a:solidFill>
          <a:ln>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xmlns="" id="{F9268D27-3B1B-2E81-3C2F-83E96E52709A}"/>
              </a:ext>
            </a:extLst>
          </p:cNvPr>
          <p:cNvSpPr>
            <a:spLocks noGrp="1"/>
          </p:cNvSpPr>
          <p:nvPr>
            <p:ph type="title"/>
          </p:nvPr>
        </p:nvSpPr>
        <p:spPr>
          <a:xfrm>
            <a:off x="2884150" y="15669"/>
            <a:ext cx="6316663" cy="826550"/>
          </a:xfrm>
        </p:spPr>
        <p:txBody>
          <a:bodyPr>
            <a:noAutofit/>
          </a:bodyPr>
          <a:lstStyle>
            <a:lvl1pPr algn="ctr">
              <a:defRPr sz="3200" b="1">
                <a:solidFill>
                  <a:schemeClr val="bg1"/>
                </a:solidFill>
                <a:latin typeface="+mn-lt"/>
                <a:ea typeface="Roboto Black" panose="02000000000000000000" pitchFamily="2"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xmlns="" id="{E962E720-DD45-54F0-BCB9-3F79152B6CB4}"/>
              </a:ext>
            </a:extLst>
          </p:cNvPr>
          <p:cNvSpPr>
            <a:spLocks noGrp="1"/>
          </p:cNvSpPr>
          <p:nvPr>
            <p:ph type="body" sz="quarter" idx="10"/>
          </p:nvPr>
        </p:nvSpPr>
        <p:spPr>
          <a:xfrm>
            <a:off x="858838" y="1487488"/>
            <a:ext cx="10506075"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xmlns="" id="{4E75D9B7-F70F-8C2C-2D1E-50D1E0C00FED}"/>
              </a:ext>
            </a:extLst>
          </p:cNvPr>
          <p:cNvSpPr/>
          <p:nvPr userDrawn="1"/>
        </p:nvSpPr>
        <p:spPr>
          <a:xfrm flipH="1" flipV="1">
            <a:off x="1176655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Single Corner Rounded 4">
            <a:extLst>
              <a:ext uri="{FF2B5EF4-FFF2-40B4-BE49-F238E27FC236}">
                <a16:creationId xmlns:a16="http://schemas.microsoft.com/office/drawing/2014/main" xmlns="" id="{476BFF34-9624-6603-EF6B-16AF8CA6A251}"/>
              </a:ext>
            </a:extLst>
          </p:cNvPr>
          <p:cNvSpPr/>
          <p:nvPr userDrawn="1"/>
        </p:nvSpPr>
        <p:spPr>
          <a:xfrm flipV="1">
            <a:off x="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3111013F-46A0-DD79-A0FC-C45C72240DFD}"/>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8" name="Group 7">
            <a:extLst>
              <a:ext uri="{FF2B5EF4-FFF2-40B4-BE49-F238E27FC236}">
                <a16:creationId xmlns:a16="http://schemas.microsoft.com/office/drawing/2014/main" xmlns="" id="{DED39E99-EE27-69BF-D006-D581D562CD09}"/>
              </a:ext>
            </a:extLst>
          </p:cNvPr>
          <p:cNvGrpSpPr/>
          <p:nvPr userDrawn="1"/>
        </p:nvGrpSpPr>
        <p:grpSpPr>
          <a:xfrm>
            <a:off x="5604313" y="6244510"/>
            <a:ext cx="983374" cy="457200"/>
            <a:chOff x="1950885" y="4827717"/>
            <a:chExt cx="983374" cy="457200"/>
          </a:xfrm>
        </p:grpSpPr>
        <p:pic>
          <p:nvPicPr>
            <p:cNvPr id="9" name="Picture 4" descr="Python Logo PNG Transparent – Brands Logos">
              <a:extLst>
                <a:ext uri="{FF2B5EF4-FFF2-40B4-BE49-F238E27FC236}">
                  <a16:creationId xmlns:a16="http://schemas.microsoft.com/office/drawing/2014/main" xmlns="" id="{8ACF82FD-8A11-E4EC-D9C0-EC8BB42CF9E3}"/>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jango Icon #266158 - Free Icons Library">
              <a:extLst>
                <a:ext uri="{FF2B5EF4-FFF2-40B4-BE49-F238E27FC236}">
                  <a16:creationId xmlns:a16="http://schemas.microsoft.com/office/drawing/2014/main" xmlns="" id="{42B3E75A-034B-CCE1-D0D8-78A3402CB22D}"/>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84649897"/>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2" cstate="print">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3" cstate="print">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xmlns="" id="{D7E7E7BE-D4B3-99F4-CCFD-907EC45785C3}"/>
              </a:ext>
            </a:extLst>
          </p:cNvPr>
          <p:cNvPicPr>
            <a:picLocks noChangeAspect="1" noChangeArrowheads="1"/>
          </p:cNvPicPr>
          <p:nvPr userDrawn="1"/>
        </p:nvPicPr>
        <p:blipFill>
          <a:blip r:embed="rId5" cstate="print">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xmlns="" id="{1ABB83B5-8921-1868-4910-1AB436E0A032}"/>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xmlns=""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xmlns="" id="{81732A0B-0286-AE93-8852-201DF84C7B95}"/>
              </a:ext>
            </a:extLst>
          </p:cNvPr>
          <p:cNvSpPr/>
          <p:nvPr userDrawn="1"/>
        </p:nvSpPr>
        <p:spPr>
          <a:xfrm>
            <a:off x="583725" y="480309"/>
            <a:ext cx="11024550" cy="5897383"/>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xmlns="" id="{E962E720-DD45-54F0-BCB9-3F79152B6CB4}"/>
              </a:ext>
            </a:extLst>
          </p:cNvPr>
          <p:cNvSpPr>
            <a:spLocks noGrp="1"/>
          </p:cNvSpPr>
          <p:nvPr>
            <p:ph type="body" sz="quarter" idx="10"/>
          </p:nvPr>
        </p:nvSpPr>
        <p:spPr>
          <a:xfrm>
            <a:off x="858838" y="857871"/>
            <a:ext cx="10506075" cy="51422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Single Corner Rounded 2">
            <a:extLst>
              <a:ext uri="{FF2B5EF4-FFF2-40B4-BE49-F238E27FC236}">
                <a16:creationId xmlns:a16="http://schemas.microsoft.com/office/drawing/2014/main" xmlns="" id="{BBBC04F9-E5ED-26D6-F533-0DE2F3E8CA28}"/>
              </a:ext>
            </a:extLst>
          </p:cNvPr>
          <p:cNvSpPr/>
          <p:nvPr userDrawn="1"/>
        </p:nvSpPr>
        <p:spPr>
          <a:xfrm flipH="1" flipV="1">
            <a:off x="1176655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Single Corner Rounded 4">
            <a:extLst>
              <a:ext uri="{FF2B5EF4-FFF2-40B4-BE49-F238E27FC236}">
                <a16:creationId xmlns:a16="http://schemas.microsoft.com/office/drawing/2014/main" xmlns="" id="{35715C5E-117B-BAA0-01F3-528A3988DF29}"/>
              </a:ext>
            </a:extLst>
          </p:cNvPr>
          <p:cNvSpPr/>
          <p:nvPr userDrawn="1"/>
        </p:nvSpPr>
        <p:spPr>
          <a:xfrm flipV="1">
            <a:off x="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4F157D36-C12D-AB8A-2A79-630665325988}"/>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7" name="Group 6">
            <a:extLst>
              <a:ext uri="{FF2B5EF4-FFF2-40B4-BE49-F238E27FC236}">
                <a16:creationId xmlns:a16="http://schemas.microsoft.com/office/drawing/2014/main" xmlns="" id="{3B16E93B-1153-C86F-6014-F4E9EE71689B}"/>
              </a:ext>
            </a:extLst>
          </p:cNvPr>
          <p:cNvGrpSpPr/>
          <p:nvPr userDrawn="1"/>
        </p:nvGrpSpPr>
        <p:grpSpPr>
          <a:xfrm>
            <a:off x="5604313" y="6196873"/>
            <a:ext cx="983374" cy="457200"/>
            <a:chOff x="1950885" y="4827717"/>
            <a:chExt cx="983374" cy="457200"/>
          </a:xfrm>
        </p:grpSpPr>
        <p:pic>
          <p:nvPicPr>
            <p:cNvPr id="8" name="Picture 4" descr="Python Logo PNG Transparent – Brands Logos">
              <a:extLst>
                <a:ext uri="{FF2B5EF4-FFF2-40B4-BE49-F238E27FC236}">
                  <a16:creationId xmlns:a16="http://schemas.microsoft.com/office/drawing/2014/main" xmlns="" id="{72ECC214-95A5-3148-3D29-AC2BD22DF7BC}"/>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jango Icon #266158 - Free Icons Library">
              <a:extLst>
                <a:ext uri="{FF2B5EF4-FFF2-40B4-BE49-F238E27FC236}">
                  <a16:creationId xmlns:a16="http://schemas.microsoft.com/office/drawing/2014/main" xmlns="" id="{C29E2FA2-02D6-7F7D-8D65-F7575CED2B04}"/>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5603528"/>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Top Corners Rounded 24">
            <a:extLst>
              <a:ext uri="{FF2B5EF4-FFF2-40B4-BE49-F238E27FC236}">
                <a16:creationId xmlns:a16="http://schemas.microsoft.com/office/drawing/2014/main" xmlns=""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xmlns=""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3" cstate="print">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4" cstate="print">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xmlns="" id="{D7E7E7BE-D4B3-99F4-CCFD-907EC45785C3}"/>
              </a:ext>
            </a:extLst>
          </p:cNvPr>
          <p:cNvPicPr>
            <a:picLocks noChangeAspect="1" noChangeArrowheads="1"/>
          </p:cNvPicPr>
          <p:nvPr userDrawn="1"/>
        </p:nvPicPr>
        <p:blipFill>
          <a:blip r:embed="rId5" cstate="print">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xmlns="" id="{F9268D27-3B1B-2E81-3C2F-83E96E52709A}"/>
              </a:ext>
            </a:extLst>
          </p:cNvPr>
          <p:cNvSpPr>
            <a:spLocks noGrp="1"/>
          </p:cNvSpPr>
          <p:nvPr>
            <p:ph type="title"/>
          </p:nvPr>
        </p:nvSpPr>
        <p:spPr>
          <a:xfrm>
            <a:off x="655637" y="222322"/>
            <a:ext cx="6316663"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6" cstate="print">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xmlns="" id="{1ABB83B5-8921-1868-4910-1AB436E0A032}"/>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xmlns=""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xmlns="" id="{81732A0B-0286-AE93-8852-201DF84C7B95}"/>
              </a:ext>
            </a:extLst>
          </p:cNvPr>
          <p:cNvSpPr/>
          <p:nvPr userDrawn="1"/>
        </p:nvSpPr>
        <p:spPr>
          <a:xfrm>
            <a:off x="583725" y="1631713"/>
            <a:ext cx="11024550" cy="4913370"/>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 Placeholder 47">
            <a:extLst>
              <a:ext uri="{FF2B5EF4-FFF2-40B4-BE49-F238E27FC236}">
                <a16:creationId xmlns:a16="http://schemas.microsoft.com/office/drawing/2014/main" xmlns="" id="{39CDC3B5-6EEE-B79F-8548-68D670904D42}"/>
              </a:ext>
            </a:extLst>
          </p:cNvPr>
          <p:cNvSpPr>
            <a:spLocks noGrp="1"/>
          </p:cNvSpPr>
          <p:nvPr>
            <p:ph type="body" sz="quarter" idx="10"/>
          </p:nvPr>
        </p:nvSpPr>
        <p:spPr>
          <a:xfrm>
            <a:off x="858838" y="1881595"/>
            <a:ext cx="10342562" cy="43783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xmlns="" id="{F7CC3141-72F6-054A-9AFF-844455B07A01}"/>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3" name="Group 2">
            <a:extLst>
              <a:ext uri="{FF2B5EF4-FFF2-40B4-BE49-F238E27FC236}">
                <a16:creationId xmlns:a16="http://schemas.microsoft.com/office/drawing/2014/main" xmlns="" id="{FD81B035-E549-F297-849C-B6FC83FDB32B}"/>
              </a:ext>
            </a:extLst>
          </p:cNvPr>
          <p:cNvGrpSpPr/>
          <p:nvPr userDrawn="1"/>
        </p:nvGrpSpPr>
        <p:grpSpPr>
          <a:xfrm>
            <a:off x="5604313" y="6244510"/>
            <a:ext cx="983374" cy="457200"/>
            <a:chOff x="1950885" y="4827717"/>
            <a:chExt cx="983374" cy="457200"/>
          </a:xfrm>
        </p:grpSpPr>
        <p:pic>
          <p:nvPicPr>
            <p:cNvPr id="4" name="Picture 4" descr="Python Logo PNG Transparent – Brands Logos">
              <a:extLst>
                <a:ext uri="{FF2B5EF4-FFF2-40B4-BE49-F238E27FC236}">
                  <a16:creationId xmlns:a16="http://schemas.microsoft.com/office/drawing/2014/main" xmlns="" id="{0AF32D02-D081-47DA-370B-D63AB40CF461}"/>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jango Icon #266158 - Free Icons Library">
              <a:extLst>
                <a:ext uri="{FF2B5EF4-FFF2-40B4-BE49-F238E27FC236}">
                  <a16:creationId xmlns:a16="http://schemas.microsoft.com/office/drawing/2014/main" xmlns="" id="{EC1D3776-5CB7-01BB-F0B6-892538BADAA3}"/>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89818567"/>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bg>
      <p:bgRef idx="1001">
        <a:schemeClr val="bg1"/>
      </p:bgRef>
    </p:bg>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xmlns="" id="{24E01BB4-D3EF-3D83-72A6-6A76F24274B1}"/>
              </a:ext>
            </a:extLst>
          </p:cNvPr>
          <p:cNvSpPr/>
          <p:nvPr userDrawn="1"/>
        </p:nvSpPr>
        <p:spPr>
          <a:xfrm rot="5400000">
            <a:off x="3412055" y="-3132655"/>
            <a:ext cx="1079500" cy="7903610"/>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xmlns="" id="{C1E6DFA7-5710-3053-244D-4016136191F9}"/>
              </a:ext>
            </a:extLst>
          </p:cNvPr>
          <p:cNvSpPr/>
          <p:nvPr userDrawn="1"/>
        </p:nvSpPr>
        <p:spPr>
          <a:xfrm rot="5400000">
            <a:off x="3358959" y="-3168460"/>
            <a:ext cx="1079500" cy="7797419"/>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2" cstate="print">
            <a:alphaModFix amt="1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3" cstate="print">
            <a:alphaModFix amt="10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4990617" y="576915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xmlns="" id="{D7E7E7BE-D4B3-99F4-CCFD-907EC45785C3}"/>
              </a:ext>
            </a:extLst>
          </p:cNvPr>
          <p:cNvPicPr>
            <a:picLocks noChangeAspect="1" noChangeArrowheads="1"/>
          </p:cNvPicPr>
          <p:nvPr userDrawn="1"/>
        </p:nvPicPr>
        <p:blipFill>
          <a:blip r:embed="rId5" cstate="print">
            <a:alphaModFix amt="1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6" cstate="print">
            <a:alphaModFix amt="1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592138" y="3153735"/>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DDCB4AFB-8290-AA3D-E10E-6D55800C278E}"/>
              </a:ext>
            </a:extLst>
          </p:cNvPr>
          <p:cNvSpPr>
            <a:spLocks noGrp="1"/>
          </p:cNvSpPr>
          <p:nvPr>
            <p:ph type="title"/>
          </p:nvPr>
        </p:nvSpPr>
        <p:spPr>
          <a:xfrm>
            <a:off x="655637" y="222322"/>
            <a:ext cx="6848534"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3" name="Picture 2" descr="Python White Icons – Free Download SVG, PNG, GIF">
            <a:extLst>
              <a:ext uri="{FF2B5EF4-FFF2-40B4-BE49-F238E27FC236}">
                <a16:creationId xmlns:a16="http://schemas.microsoft.com/office/drawing/2014/main" xmlns="" id="{D81086BF-9E35-8DD0-3C0A-2928A6196E56}"/>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xmlns="" id="{5B4AE2E9-3828-C057-6425-1FA36A465FA5}"/>
              </a:ext>
            </a:extLst>
          </p:cNvPr>
          <p:cNvSpPr>
            <a:spLocks noGrp="1"/>
          </p:cNvSpPr>
          <p:nvPr>
            <p:ph type="body" sz="quarter" idx="10"/>
          </p:nvPr>
        </p:nvSpPr>
        <p:spPr>
          <a:xfrm>
            <a:off x="655638" y="1684338"/>
            <a:ext cx="10677870"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xmlns="" id="{FC2FE9C4-3ED0-F6A0-DFBC-B5DD154906E5}"/>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6" name="Group 5">
            <a:extLst>
              <a:ext uri="{FF2B5EF4-FFF2-40B4-BE49-F238E27FC236}">
                <a16:creationId xmlns:a16="http://schemas.microsoft.com/office/drawing/2014/main" xmlns=""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xmlns="" id="{ACBEDCC2-030A-070F-7FD7-1CF4E1F41B4B}"/>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xmlns="" id="{8523BCE1-36FE-F100-F6D2-D0D5BE1F5F0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27034983"/>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bg>
      <p:bgRef idx="1001">
        <a:schemeClr val="bg1"/>
      </p:bgRef>
    </p:bg>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xmlns="" id="{24E01BB4-D3EF-3D83-72A6-6A76F24274B1}"/>
              </a:ext>
            </a:extLst>
          </p:cNvPr>
          <p:cNvSpPr/>
          <p:nvPr userDrawn="1"/>
        </p:nvSpPr>
        <p:spPr>
          <a:xfrm rot="5400000">
            <a:off x="3105150" y="-2825750"/>
            <a:ext cx="1079500" cy="7289800"/>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xmlns="" id="{C1E6DFA7-5710-3053-244D-4016136191F9}"/>
              </a:ext>
            </a:extLst>
          </p:cNvPr>
          <p:cNvSpPr/>
          <p:nvPr userDrawn="1"/>
        </p:nvSpPr>
        <p:spPr>
          <a:xfrm rot="5400000">
            <a:off x="3056178" y="-2865678"/>
            <a:ext cx="1079500" cy="7191856"/>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Title 1">
            <a:extLst>
              <a:ext uri="{FF2B5EF4-FFF2-40B4-BE49-F238E27FC236}">
                <a16:creationId xmlns:a16="http://schemas.microsoft.com/office/drawing/2014/main" xmlns="" id="{6C633B9D-B37F-97F4-6A52-F6EA3B376EDF}"/>
              </a:ext>
            </a:extLst>
          </p:cNvPr>
          <p:cNvSpPr>
            <a:spLocks noGrp="1"/>
          </p:cNvSpPr>
          <p:nvPr>
            <p:ph type="title"/>
          </p:nvPr>
        </p:nvSpPr>
        <p:spPr>
          <a:xfrm>
            <a:off x="655637" y="222322"/>
            <a:ext cx="6316663"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4107" name="Picture 2" descr="Python White Icons – Free Download SVG, PNG, GIF">
            <a:extLst>
              <a:ext uri="{FF2B5EF4-FFF2-40B4-BE49-F238E27FC236}">
                <a16:creationId xmlns:a16="http://schemas.microsoft.com/office/drawing/2014/main" xmlns="" id="{867E8C5D-9FAF-E736-C430-2F4420844A1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109" name="Text Placeholder 3">
            <a:extLst>
              <a:ext uri="{FF2B5EF4-FFF2-40B4-BE49-F238E27FC236}">
                <a16:creationId xmlns:a16="http://schemas.microsoft.com/office/drawing/2014/main" xmlns="" id="{A0C0FF61-BA02-A07E-43E7-12E08C4D75A8}"/>
              </a:ext>
            </a:extLst>
          </p:cNvPr>
          <p:cNvSpPr>
            <a:spLocks noGrp="1"/>
          </p:cNvSpPr>
          <p:nvPr>
            <p:ph type="body" sz="quarter" idx="10"/>
          </p:nvPr>
        </p:nvSpPr>
        <p:spPr>
          <a:xfrm>
            <a:off x="655638" y="1684338"/>
            <a:ext cx="10677870"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xmlns="" id="{82EE5523-3DF7-C52D-B9E7-7CECA7171CC2}"/>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3" name="Group 2">
            <a:extLst>
              <a:ext uri="{FF2B5EF4-FFF2-40B4-BE49-F238E27FC236}">
                <a16:creationId xmlns:a16="http://schemas.microsoft.com/office/drawing/2014/main" xmlns="" id="{19482538-0C55-0286-AC8C-2C59BE5FCF5B}"/>
              </a:ext>
            </a:extLst>
          </p:cNvPr>
          <p:cNvGrpSpPr/>
          <p:nvPr userDrawn="1"/>
        </p:nvGrpSpPr>
        <p:grpSpPr>
          <a:xfrm>
            <a:off x="84742" y="5667375"/>
            <a:ext cx="467480" cy="1083963"/>
            <a:chOff x="1942404" y="4200954"/>
            <a:chExt cx="467480" cy="1083963"/>
          </a:xfrm>
        </p:grpSpPr>
        <p:pic>
          <p:nvPicPr>
            <p:cNvPr id="4" name="Picture 4" descr="Python Logo PNG Transparent – Brands Logos">
              <a:extLst>
                <a:ext uri="{FF2B5EF4-FFF2-40B4-BE49-F238E27FC236}">
                  <a16:creationId xmlns:a16="http://schemas.microsoft.com/office/drawing/2014/main" xmlns="" id="{F9B12832-F48B-C37A-A8B5-B4CDAE58CC82}"/>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jango Icon #266158 - Free Icons Library">
              <a:extLst>
                <a:ext uri="{FF2B5EF4-FFF2-40B4-BE49-F238E27FC236}">
                  <a16:creationId xmlns:a16="http://schemas.microsoft.com/office/drawing/2014/main" xmlns="" id="{7E2BD80E-3746-D447-50F8-8A96C7CE8D37}"/>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06995400"/>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and Content">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6253DE8-B57F-AC5E-27E7-68061144803E}"/>
              </a:ext>
            </a:extLst>
          </p:cNvPr>
          <p:cNvSpPr>
            <a:spLocks noGrp="1"/>
          </p:cNvSpPr>
          <p:nvPr>
            <p:ph idx="1"/>
          </p:nvPr>
        </p:nvSpPr>
        <p:spPr>
          <a:xfrm>
            <a:off x="1030146" y="1825625"/>
            <a:ext cx="10323653"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xmlns="" id="{D92C32D4-3F74-640D-5B68-9755E8B50157}"/>
              </a:ext>
            </a:extLst>
          </p:cNvPr>
          <p:cNvSpPr/>
          <p:nvPr userDrawn="1"/>
        </p:nvSpPr>
        <p:spPr>
          <a:xfrm>
            <a:off x="0" y="0"/>
            <a:ext cx="12192000" cy="4953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xmlns="" id="{81732A0B-0286-AE93-8852-201DF84C7B95}"/>
              </a:ext>
            </a:extLst>
          </p:cNvPr>
          <p:cNvSpPr/>
          <p:nvPr userDrawn="1"/>
        </p:nvSpPr>
        <p:spPr>
          <a:xfrm>
            <a:off x="1922264" y="179853"/>
            <a:ext cx="8347472" cy="1204890"/>
          </a:xfrm>
          <a:prstGeom prst="roundRect">
            <a:avLst>
              <a:gd name="adj" fmla="val 1951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xmlns="" id="{4957D90B-B80A-49A4-58A3-8E78D021AD4A}"/>
              </a:ext>
            </a:extLst>
          </p:cNvPr>
          <p:cNvGrpSpPr/>
          <p:nvPr userDrawn="1"/>
        </p:nvGrpSpPr>
        <p:grpSpPr>
          <a:xfrm>
            <a:off x="4548188" y="6534150"/>
            <a:ext cx="3095625" cy="323850"/>
            <a:chOff x="4886325" y="6534150"/>
            <a:chExt cx="3095625" cy="323850"/>
          </a:xfrm>
        </p:grpSpPr>
        <p:sp>
          <p:nvSpPr>
            <p:cNvPr id="15" name="Rectangle: Single Corner Rounded 14">
              <a:extLst>
                <a:ext uri="{FF2B5EF4-FFF2-40B4-BE49-F238E27FC236}">
                  <a16:creationId xmlns:a16="http://schemas.microsoft.com/office/drawing/2014/main" xmlns="" id="{BD0BBBCE-1C2F-3BDB-C918-7E6617A2076B}"/>
                </a:ext>
              </a:extLst>
            </p:cNvPr>
            <p:cNvSpPr/>
            <p:nvPr userDrawn="1"/>
          </p:nvSpPr>
          <p:spPr>
            <a:xfrm rot="5400000" flipH="1">
              <a:off x="6877050" y="5753100"/>
              <a:ext cx="32385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Single Corner Rounded 15">
              <a:extLst>
                <a:ext uri="{FF2B5EF4-FFF2-40B4-BE49-F238E27FC236}">
                  <a16:creationId xmlns:a16="http://schemas.microsoft.com/office/drawing/2014/main" xmlns="" id="{F3261EAC-1234-2D53-1B26-109E1CE991D7}"/>
                </a:ext>
              </a:extLst>
            </p:cNvPr>
            <p:cNvSpPr/>
            <p:nvPr userDrawn="1"/>
          </p:nvSpPr>
          <p:spPr>
            <a:xfrm rot="16200000">
              <a:off x="5667375" y="5753100"/>
              <a:ext cx="32385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xmlns="" id="{F9268D27-3B1B-2E81-3C2F-83E96E52709A}"/>
              </a:ext>
            </a:extLst>
          </p:cNvPr>
          <p:cNvSpPr>
            <a:spLocks noGrp="1"/>
          </p:cNvSpPr>
          <p:nvPr>
            <p:ph type="title"/>
          </p:nvPr>
        </p:nvSpPr>
        <p:spPr>
          <a:xfrm>
            <a:off x="2640653" y="238645"/>
            <a:ext cx="7476053" cy="1068070"/>
          </a:xfrm>
        </p:spPr>
        <p:txBody>
          <a:bodyPr>
            <a:noAutofit/>
          </a:bodyPr>
          <a:lstStyle>
            <a:lvl1pPr>
              <a:defRPr sz="3600" b="1">
                <a:solidFill>
                  <a:srgbClr val="035160"/>
                </a:solidFill>
                <a:latin typeface="+mn-lt"/>
                <a:ea typeface="Roboto Black" panose="02000000000000000000" pitchFamily="2" charset="0"/>
              </a:defRPr>
            </a:lvl1pPr>
          </a:lstStyle>
          <a:p>
            <a:r>
              <a:rPr lang="en-US" dirty="0"/>
              <a:t>Click to edit Master title style</a:t>
            </a:r>
          </a:p>
        </p:txBody>
      </p:sp>
      <p:sp>
        <p:nvSpPr>
          <p:cNvPr id="2" name="TextBox 1">
            <a:extLst>
              <a:ext uri="{FF2B5EF4-FFF2-40B4-BE49-F238E27FC236}">
                <a16:creationId xmlns:a16="http://schemas.microsoft.com/office/drawing/2014/main" xmlns="" id="{722B85B7-B329-8D3F-43E8-5E9CE0A828F4}"/>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4" name="Group 3">
            <a:extLst>
              <a:ext uri="{FF2B5EF4-FFF2-40B4-BE49-F238E27FC236}">
                <a16:creationId xmlns:a16="http://schemas.microsoft.com/office/drawing/2014/main" xmlns="" id="{F7C9C6D0-9B61-EBD0-5004-57EC29C77219}"/>
              </a:ext>
            </a:extLst>
          </p:cNvPr>
          <p:cNvGrpSpPr/>
          <p:nvPr userDrawn="1"/>
        </p:nvGrpSpPr>
        <p:grpSpPr>
          <a:xfrm>
            <a:off x="2075294" y="428355"/>
            <a:ext cx="348729" cy="732107"/>
            <a:chOff x="1942404" y="4303509"/>
            <a:chExt cx="467480" cy="981408"/>
          </a:xfrm>
        </p:grpSpPr>
        <p:pic>
          <p:nvPicPr>
            <p:cNvPr id="5" name="Picture 4" descr="Python Logo PNG Transparent – Brands Logos">
              <a:extLst>
                <a:ext uri="{FF2B5EF4-FFF2-40B4-BE49-F238E27FC236}">
                  <a16:creationId xmlns:a16="http://schemas.microsoft.com/office/drawing/2014/main" xmlns="" id="{2BAE9887-0D78-655E-752E-8F172AB01E0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jango Icon #266158 - Free Icons Library">
              <a:extLst>
                <a:ext uri="{FF2B5EF4-FFF2-40B4-BE49-F238E27FC236}">
                  <a16:creationId xmlns:a16="http://schemas.microsoft.com/office/drawing/2014/main" xmlns="" id="{98EEAA7F-4CAC-E7E6-4F14-DDE83FC09C1C}"/>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3957" t="3918" r="4003" b="4265"/>
            <a:stretch/>
          </p:blipFill>
          <p:spPr bwMode="auto">
            <a:xfrm>
              <a:off x="1942404" y="4303509"/>
              <a:ext cx="458318" cy="45719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99035816"/>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46FBD-D7EA-4B09-0A6F-0F777842C1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D20A4EEA-AAE7-5304-5111-D6F94C69AC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CC15CB0-F855-0DE4-09BB-2AC7998DB99A}"/>
              </a:ext>
            </a:extLst>
          </p:cNvPr>
          <p:cNvSpPr>
            <a:spLocks noGrp="1"/>
          </p:cNvSpPr>
          <p:nvPr>
            <p:ph type="dt" sz="half" idx="10"/>
          </p:nvPr>
        </p:nvSpPr>
        <p:spPr/>
        <p:txBody>
          <a:bodyPr/>
          <a:lstStyle/>
          <a:p>
            <a:fld id="{91902E1B-B2DB-4B0C-86FF-4E50C6945317}" type="datetime1">
              <a:rPr lang="en-US" smtClean="0"/>
              <a:t>4/27/2026</a:t>
            </a:fld>
            <a:endParaRPr lang="en-US"/>
          </a:p>
        </p:txBody>
      </p:sp>
      <p:sp>
        <p:nvSpPr>
          <p:cNvPr id="5" name="Footer Placeholder 4">
            <a:extLst>
              <a:ext uri="{FF2B5EF4-FFF2-40B4-BE49-F238E27FC236}">
                <a16:creationId xmlns:a16="http://schemas.microsoft.com/office/drawing/2014/main" xmlns="" id="{A130BBE1-04E9-C8D3-9736-DC8B152F97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C30104F5-2BB3-3388-9F58-9445C1228263}"/>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113944819"/>
      </p:ext>
    </p:extLst>
  </p:cSld>
  <p:clrMapOvr>
    <a:masterClrMapping/>
  </p:clrMapOvr>
  <p:transition>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6253DE8-B57F-AC5E-27E7-68061144803E}"/>
              </a:ext>
            </a:extLst>
          </p:cNvPr>
          <p:cNvSpPr>
            <a:spLocks noGrp="1"/>
          </p:cNvSpPr>
          <p:nvPr>
            <p:ph idx="1"/>
          </p:nvPr>
        </p:nvSpPr>
        <p:spPr>
          <a:xfrm>
            <a:off x="1030146" y="1825625"/>
            <a:ext cx="10323653"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ECF1C3EF-AB55-7F58-F83D-2B63993677DD}"/>
              </a:ext>
            </a:extLst>
          </p:cNvPr>
          <p:cNvSpPr>
            <a:spLocks noGrp="1"/>
          </p:cNvSpPr>
          <p:nvPr>
            <p:ph type="dt" sz="half" idx="10"/>
          </p:nvPr>
        </p:nvSpPr>
        <p:spPr/>
        <p:txBody>
          <a:bodyPr/>
          <a:lstStyle/>
          <a:p>
            <a:fld id="{50A7BF87-5769-4D33-B480-897940684496}" type="datetime1">
              <a:rPr lang="en-US" smtClean="0"/>
              <a:t>4/27/2026</a:t>
            </a:fld>
            <a:endParaRPr lang="en-US"/>
          </a:p>
        </p:txBody>
      </p:sp>
      <p:sp>
        <p:nvSpPr>
          <p:cNvPr id="5" name="Footer Placeholder 4">
            <a:extLst>
              <a:ext uri="{FF2B5EF4-FFF2-40B4-BE49-F238E27FC236}">
                <a16:creationId xmlns:a16="http://schemas.microsoft.com/office/drawing/2014/main" xmlns="" id="{4E4BFD88-D54C-8454-2C07-C67D7A42D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E6A11CC-2953-5BCB-6C37-C728ECF8094D}"/>
              </a:ext>
            </a:extLst>
          </p:cNvPr>
          <p:cNvSpPr>
            <a:spLocks noGrp="1"/>
          </p:cNvSpPr>
          <p:nvPr>
            <p:ph type="sldNum" sz="quarter" idx="12"/>
          </p:nvPr>
        </p:nvSpPr>
        <p:spPr>
          <a:xfrm>
            <a:off x="8263483" y="6378715"/>
            <a:ext cx="2743200" cy="365125"/>
          </a:xfrm>
        </p:spPr>
        <p:txBody>
          <a:bodyPr/>
          <a:lstStyle>
            <a:lvl1pPr>
              <a:defRPr sz="2000" b="1">
                <a:solidFill>
                  <a:schemeClr val="bg1"/>
                </a:solidFill>
              </a:defRPr>
            </a:lvl1pPr>
          </a:lstStyle>
          <a:p>
            <a:fld id="{82191E0B-3CC6-47CC-B1C5-29A4C4EF6875}" type="slidenum">
              <a:rPr lang="en-US" smtClean="0"/>
              <a:pPr/>
              <a:t>‹#›</a:t>
            </a:fld>
            <a:endParaRPr lang="en-US" dirty="0"/>
          </a:p>
        </p:txBody>
      </p:sp>
      <p:pic>
        <p:nvPicPr>
          <p:cNvPr id="17" name="Graphic 16">
            <a:extLst>
              <a:ext uri="{FF2B5EF4-FFF2-40B4-BE49-F238E27FC236}">
                <a16:creationId xmlns:a16="http://schemas.microsoft.com/office/drawing/2014/main" xmlns="" id="{C15A3681-FB8C-0718-74C8-1947D938609C}"/>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751978" y="5349878"/>
            <a:ext cx="1203644" cy="1192993"/>
          </a:xfrm>
          <a:prstGeom prst="rect">
            <a:avLst/>
          </a:prstGeom>
        </p:spPr>
      </p:pic>
      <p:grpSp>
        <p:nvGrpSpPr>
          <p:cNvPr id="7" name="Group 6">
            <a:extLst>
              <a:ext uri="{FF2B5EF4-FFF2-40B4-BE49-F238E27FC236}">
                <a16:creationId xmlns:a16="http://schemas.microsoft.com/office/drawing/2014/main" xmlns="" id="{A4394391-CBE7-9C2A-6BD8-08DA8FB3B9C3}"/>
              </a:ext>
            </a:extLst>
          </p:cNvPr>
          <p:cNvGrpSpPr/>
          <p:nvPr userDrawn="1"/>
        </p:nvGrpSpPr>
        <p:grpSpPr>
          <a:xfrm>
            <a:off x="365760" y="527031"/>
            <a:ext cx="8528857" cy="1198094"/>
            <a:chOff x="365761" y="527031"/>
            <a:chExt cx="6370320" cy="1198094"/>
          </a:xfrm>
        </p:grpSpPr>
        <p:sp>
          <p:nvSpPr>
            <p:cNvPr id="8" name="Rectangle: Rounded Corners 7">
              <a:extLst>
                <a:ext uri="{FF2B5EF4-FFF2-40B4-BE49-F238E27FC236}">
                  <a16:creationId xmlns:a16="http://schemas.microsoft.com/office/drawing/2014/main" xmlns="" id="{BC731176-2BC8-D1F8-EE64-429B982D7D31}"/>
                </a:ext>
              </a:extLst>
            </p:cNvPr>
            <p:cNvSpPr/>
            <p:nvPr/>
          </p:nvSpPr>
          <p:spPr>
            <a:xfrm>
              <a:off x="457201" y="612605"/>
              <a:ext cx="6278880" cy="1112520"/>
            </a:xfrm>
            <a:prstGeom prst="roundRect">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xmlns="" id="{112947A3-33B6-269D-3C3C-D19E900AE101}"/>
                </a:ext>
              </a:extLst>
            </p:cNvPr>
            <p:cNvSpPr/>
            <p:nvPr/>
          </p:nvSpPr>
          <p:spPr>
            <a:xfrm>
              <a:off x="365761" y="527031"/>
              <a:ext cx="6278880" cy="1112520"/>
            </a:xfrm>
            <a:prstGeom prst="roundRect">
              <a:avLst/>
            </a:prstGeom>
            <a:solidFill>
              <a:srgbClr val="0042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3200" dirty="0">
                <a:latin typeface="Arial Black" panose="020B0A04020102020204" pitchFamily="34" charset="0"/>
              </a:endParaRPr>
            </a:p>
          </p:txBody>
        </p:sp>
      </p:grpSp>
      <p:sp>
        <p:nvSpPr>
          <p:cNvPr id="2" name="Title 1">
            <a:extLst>
              <a:ext uri="{FF2B5EF4-FFF2-40B4-BE49-F238E27FC236}">
                <a16:creationId xmlns:a16="http://schemas.microsoft.com/office/drawing/2014/main" xmlns="" id="{AEB55A2E-2BCB-21EB-4569-A99BAFE641F3}"/>
              </a:ext>
            </a:extLst>
          </p:cNvPr>
          <p:cNvSpPr>
            <a:spLocks noGrp="1"/>
          </p:cNvSpPr>
          <p:nvPr>
            <p:ph type="title"/>
          </p:nvPr>
        </p:nvSpPr>
        <p:spPr>
          <a:xfrm>
            <a:off x="711199" y="578168"/>
            <a:ext cx="7795491" cy="1068070"/>
          </a:xfrm>
        </p:spPr>
        <p:txBody>
          <a:bodyPr>
            <a:noAutofit/>
          </a:bodyPr>
          <a:lstStyle>
            <a:lvl1pPr>
              <a:defRPr sz="3600" b="1">
                <a:solidFill>
                  <a:schemeClr val="bg1"/>
                </a:solidFill>
                <a:latin typeface="+mn-lt"/>
                <a:ea typeface="Roboto Black" panose="02000000000000000000" pitchFamily="2" charset="0"/>
              </a:defRPr>
            </a:lvl1pPr>
          </a:lstStyle>
          <a:p>
            <a:r>
              <a:rPr lang="en-US" dirty="0"/>
              <a:t>Click to edit Master title style</a:t>
            </a:r>
          </a:p>
        </p:txBody>
      </p:sp>
    </p:spTree>
    <p:extLst>
      <p:ext uri="{BB962C8B-B14F-4D97-AF65-F5344CB8AC3E}">
        <p14:creationId xmlns:p14="http://schemas.microsoft.com/office/powerpoint/2010/main" val="2135670892"/>
      </p:ext>
    </p:extLst>
  </p:cSld>
  <p:clrMapOvr>
    <a:masterClrMapping/>
  </p:clrMapOvr>
  <p:transition>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FB57E0-4DC2-9902-73FB-F02D6DBAD187}"/>
              </a:ext>
            </a:extLst>
          </p:cNvPr>
          <p:cNvSpPr>
            <a:spLocks noGrp="1"/>
          </p:cNvSpPr>
          <p:nvPr>
            <p:ph type="title"/>
          </p:nvPr>
        </p:nvSpPr>
        <p:spPr>
          <a:xfrm>
            <a:off x="393539" y="1709738"/>
            <a:ext cx="3368233" cy="2852737"/>
          </a:xfrm>
        </p:spPr>
        <p:txBody>
          <a:bodyPr anchor="ctr">
            <a:normAutofit/>
          </a:bodyPr>
          <a:lstStyle>
            <a:lvl1pPr algn="ctr">
              <a:defRPr sz="3600" b="1">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xmlns="" id="{2A66C365-DB49-BE1F-7276-4B5579D4E828}"/>
              </a:ext>
            </a:extLst>
          </p:cNvPr>
          <p:cNvSpPr>
            <a:spLocks noGrp="1"/>
          </p:cNvSpPr>
          <p:nvPr>
            <p:ph type="body" idx="1"/>
          </p:nvPr>
        </p:nvSpPr>
        <p:spPr>
          <a:xfrm>
            <a:off x="4490977" y="2386012"/>
            <a:ext cx="7581418" cy="1500187"/>
          </a:xfrm>
        </p:spPr>
        <p:txBody>
          <a:bodyPr/>
          <a:lstStyle>
            <a:lvl1pPr marL="0" indent="0" algn="ctr">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5871670-2B75-FACA-683C-216346F107B5}"/>
              </a:ext>
            </a:extLst>
          </p:cNvPr>
          <p:cNvSpPr>
            <a:spLocks noGrp="1"/>
          </p:cNvSpPr>
          <p:nvPr>
            <p:ph type="dt" sz="half" idx="10"/>
          </p:nvPr>
        </p:nvSpPr>
        <p:spPr/>
        <p:txBody>
          <a:bodyPr/>
          <a:lstStyle/>
          <a:p>
            <a:fld id="{E554E6D2-49E5-4F1D-A14A-A9A51A506BD0}" type="datetime1">
              <a:rPr lang="en-US" smtClean="0"/>
              <a:t>4/27/2026</a:t>
            </a:fld>
            <a:endParaRPr lang="en-US"/>
          </a:p>
        </p:txBody>
      </p:sp>
      <p:sp>
        <p:nvSpPr>
          <p:cNvPr id="5" name="Footer Placeholder 4">
            <a:extLst>
              <a:ext uri="{FF2B5EF4-FFF2-40B4-BE49-F238E27FC236}">
                <a16:creationId xmlns:a16="http://schemas.microsoft.com/office/drawing/2014/main" xmlns="" id="{2590B091-63F7-01DA-70F8-2CFD15C546EA}"/>
              </a:ext>
            </a:extLst>
          </p:cNvPr>
          <p:cNvSpPr>
            <a:spLocks noGrp="1"/>
          </p:cNvSpPr>
          <p:nvPr>
            <p:ph type="ftr" sz="quarter" idx="11"/>
          </p:nvPr>
        </p:nvSpPr>
        <p:spPr/>
        <p:txBody>
          <a:bodyPr/>
          <a:lstStyle/>
          <a:p>
            <a:endParaRPr lang="en-US"/>
          </a:p>
        </p:txBody>
      </p:sp>
      <p:pic>
        <p:nvPicPr>
          <p:cNvPr id="7" name="Graphic 6">
            <a:extLst>
              <a:ext uri="{FF2B5EF4-FFF2-40B4-BE49-F238E27FC236}">
                <a16:creationId xmlns:a16="http://schemas.microsoft.com/office/drawing/2014/main" xmlns="" id="{120B8CC6-0CC9-8C8F-5BDF-28C5DC0F7244}"/>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751978" y="5349878"/>
            <a:ext cx="1203644" cy="1192993"/>
          </a:xfrm>
          <a:prstGeom prst="rect">
            <a:avLst/>
          </a:prstGeom>
        </p:spPr>
      </p:pic>
      <p:sp>
        <p:nvSpPr>
          <p:cNvPr id="8" name="Slide Number Placeholder 5">
            <a:extLst>
              <a:ext uri="{FF2B5EF4-FFF2-40B4-BE49-F238E27FC236}">
                <a16:creationId xmlns:a16="http://schemas.microsoft.com/office/drawing/2014/main" xmlns="" id="{748CF5A0-4195-9956-D5FB-61840047E655}"/>
              </a:ext>
            </a:extLst>
          </p:cNvPr>
          <p:cNvSpPr>
            <a:spLocks noGrp="1"/>
          </p:cNvSpPr>
          <p:nvPr>
            <p:ph type="sldNum" sz="quarter" idx="12"/>
          </p:nvPr>
        </p:nvSpPr>
        <p:spPr>
          <a:xfrm>
            <a:off x="8263483" y="6378715"/>
            <a:ext cx="2743200" cy="365125"/>
          </a:xfrm>
        </p:spPr>
        <p:txBody>
          <a:bodyPr/>
          <a:lstStyle>
            <a:lvl1pPr>
              <a:defRPr sz="2000" b="1">
                <a:solidFill>
                  <a:schemeClr val="bg1"/>
                </a:solidFill>
              </a:defRPr>
            </a:lvl1pPr>
          </a:lstStyle>
          <a:p>
            <a:fld id="{82191E0B-3CC6-47CC-B1C5-29A4C4EF6875}" type="slidenum">
              <a:rPr lang="en-US" smtClean="0"/>
              <a:pPr/>
              <a:t>‹#›</a:t>
            </a:fld>
            <a:endParaRPr lang="en-US" dirty="0"/>
          </a:p>
        </p:txBody>
      </p:sp>
    </p:spTree>
    <p:extLst>
      <p:ext uri="{BB962C8B-B14F-4D97-AF65-F5344CB8AC3E}">
        <p14:creationId xmlns:p14="http://schemas.microsoft.com/office/powerpoint/2010/main" val="153582922"/>
      </p:ext>
    </p:extLst>
  </p:cSld>
  <p:clrMapOvr>
    <a:masterClrMapping/>
  </p:clrMapOvr>
  <p:transition>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00A1FD-D041-4FBF-7853-3105A61546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B1AB20B-3D44-DFE9-BA91-FF12B43BAA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1237040-D39E-332D-05FB-5571E15AE9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A7A3478-1E75-472C-A6FA-7C777315A8E7}"/>
              </a:ext>
            </a:extLst>
          </p:cNvPr>
          <p:cNvSpPr>
            <a:spLocks noGrp="1"/>
          </p:cNvSpPr>
          <p:nvPr>
            <p:ph type="dt" sz="half" idx="10"/>
          </p:nvPr>
        </p:nvSpPr>
        <p:spPr/>
        <p:txBody>
          <a:bodyPr/>
          <a:lstStyle/>
          <a:p>
            <a:fld id="{F540F202-FE58-4F6C-B925-2FF390FEFFFC}" type="datetime1">
              <a:rPr lang="en-US" smtClean="0"/>
              <a:t>4/27/2026</a:t>
            </a:fld>
            <a:endParaRPr lang="en-US"/>
          </a:p>
        </p:txBody>
      </p:sp>
      <p:sp>
        <p:nvSpPr>
          <p:cNvPr id="6" name="Footer Placeholder 5">
            <a:extLst>
              <a:ext uri="{FF2B5EF4-FFF2-40B4-BE49-F238E27FC236}">
                <a16:creationId xmlns:a16="http://schemas.microsoft.com/office/drawing/2014/main" xmlns="" id="{B77A3740-AD57-CF1A-70ED-E3A797803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00FD506-693B-4C58-145B-6A04B3142AD1}"/>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231508075"/>
      </p:ext>
    </p:extLst>
  </p:cSld>
  <p:clrMapOvr>
    <a:masterClrMapping/>
  </p:clrMapOvr>
  <p:transition>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A1FC4B-A3A5-B86A-C83D-BD1F94F522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6ED69AA-FCF7-7EB0-1E5F-D21215EA3E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B46551D-B22C-952B-6DEF-F45839E1C9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2F5BF80-C13F-44FC-6F98-9B1772A840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37D7551-8D69-6A41-FAD4-C668B9FB08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0FA2078-5F91-4832-8C99-80FE50D81C61}"/>
              </a:ext>
            </a:extLst>
          </p:cNvPr>
          <p:cNvSpPr>
            <a:spLocks noGrp="1"/>
          </p:cNvSpPr>
          <p:nvPr>
            <p:ph type="dt" sz="half" idx="10"/>
          </p:nvPr>
        </p:nvSpPr>
        <p:spPr/>
        <p:txBody>
          <a:bodyPr/>
          <a:lstStyle/>
          <a:p>
            <a:fld id="{53B413BB-F484-42AE-B2FE-71CA8C3D3AE8}" type="datetime1">
              <a:rPr lang="en-US" smtClean="0"/>
              <a:t>4/27/2026</a:t>
            </a:fld>
            <a:endParaRPr lang="en-US"/>
          </a:p>
        </p:txBody>
      </p:sp>
      <p:sp>
        <p:nvSpPr>
          <p:cNvPr id="8" name="Footer Placeholder 7">
            <a:extLst>
              <a:ext uri="{FF2B5EF4-FFF2-40B4-BE49-F238E27FC236}">
                <a16:creationId xmlns:a16="http://schemas.microsoft.com/office/drawing/2014/main" xmlns="" id="{B73FFA32-C762-54A1-9ACF-221255D6D6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8B1AAC9B-00A7-D2FF-D420-E190B53EB1E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4270337360"/>
      </p:ext>
    </p:extLst>
  </p:cSld>
  <p:clrMapOvr>
    <a:masterClrMapping/>
  </p:clrMapOvr>
  <p:transition>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CC2024-EE2E-FD2C-6981-079C56165F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75AAD1CF-E6DA-D3D9-24B9-5321D0DFBB32}"/>
              </a:ext>
            </a:extLst>
          </p:cNvPr>
          <p:cNvSpPr>
            <a:spLocks noGrp="1"/>
          </p:cNvSpPr>
          <p:nvPr>
            <p:ph type="dt" sz="half" idx="10"/>
          </p:nvPr>
        </p:nvSpPr>
        <p:spPr/>
        <p:txBody>
          <a:bodyPr/>
          <a:lstStyle/>
          <a:p>
            <a:fld id="{AA476E82-7E02-4B69-8BEE-89686FFFEF81}" type="datetime1">
              <a:rPr lang="en-US" smtClean="0"/>
              <a:t>4/27/2026</a:t>
            </a:fld>
            <a:endParaRPr lang="en-US"/>
          </a:p>
        </p:txBody>
      </p:sp>
      <p:sp>
        <p:nvSpPr>
          <p:cNvPr id="4" name="Footer Placeholder 3">
            <a:extLst>
              <a:ext uri="{FF2B5EF4-FFF2-40B4-BE49-F238E27FC236}">
                <a16:creationId xmlns:a16="http://schemas.microsoft.com/office/drawing/2014/main" xmlns="" id="{89FB21F9-C17C-EB79-ECF1-4621F8A9AF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C12FC841-9A10-CBD0-F5AD-B863CBC9D67A}"/>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129087982"/>
      </p:ext>
    </p:extLst>
  </p:cSld>
  <p:clrMapOvr>
    <a:masterClrMapping/>
  </p:clrMapOvr>
  <p:transition>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0445728-5DD8-3378-B753-501D4D1808DA}"/>
              </a:ext>
            </a:extLst>
          </p:cNvPr>
          <p:cNvSpPr>
            <a:spLocks noGrp="1"/>
          </p:cNvSpPr>
          <p:nvPr>
            <p:ph type="dt" sz="half" idx="10"/>
          </p:nvPr>
        </p:nvSpPr>
        <p:spPr/>
        <p:txBody>
          <a:bodyPr/>
          <a:lstStyle/>
          <a:p>
            <a:fld id="{3FBFB73F-9411-4A5C-B9ED-3B1ACF393399}" type="datetime1">
              <a:rPr lang="en-US" smtClean="0"/>
              <a:t>4/27/2026</a:t>
            </a:fld>
            <a:endParaRPr lang="en-US"/>
          </a:p>
        </p:txBody>
      </p:sp>
      <p:sp>
        <p:nvSpPr>
          <p:cNvPr id="3" name="Footer Placeholder 2">
            <a:extLst>
              <a:ext uri="{FF2B5EF4-FFF2-40B4-BE49-F238E27FC236}">
                <a16:creationId xmlns:a16="http://schemas.microsoft.com/office/drawing/2014/main" xmlns="" id="{81B08DBE-1ACF-C2F4-D763-9552030718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B2CDD9AD-B150-832E-4DB9-6BA4262BA66E}"/>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45320726"/>
      </p:ext>
    </p:extLst>
  </p:cSld>
  <p:clrMapOvr>
    <a:masterClrMapping/>
  </p:clrMapOvr>
  <p:transition>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E06F50-4B3A-4816-2439-09904BCDE0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2192C52-FE2D-E27F-697E-70FB30F741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82043DB-AC60-C48C-74E3-8112710C2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B6946CB-972B-5565-882F-A259564D0C89}"/>
              </a:ext>
            </a:extLst>
          </p:cNvPr>
          <p:cNvSpPr>
            <a:spLocks noGrp="1"/>
          </p:cNvSpPr>
          <p:nvPr>
            <p:ph type="dt" sz="half" idx="10"/>
          </p:nvPr>
        </p:nvSpPr>
        <p:spPr/>
        <p:txBody>
          <a:bodyPr/>
          <a:lstStyle/>
          <a:p>
            <a:fld id="{2C51DD18-DEDD-4618-B8D3-89F7DEA7F796}" type="datetime1">
              <a:rPr lang="en-US" smtClean="0"/>
              <a:t>4/27/2026</a:t>
            </a:fld>
            <a:endParaRPr lang="en-US"/>
          </a:p>
        </p:txBody>
      </p:sp>
      <p:sp>
        <p:nvSpPr>
          <p:cNvPr id="6" name="Footer Placeholder 5">
            <a:extLst>
              <a:ext uri="{FF2B5EF4-FFF2-40B4-BE49-F238E27FC236}">
                <a16:creationId xmlns:a16="http://schemas.microsoft.com/office/drawing/2014/main" xmlns="" id="{64D10091-E94C-FD28-B41F-85DEA5F51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2296339-E5D2-3B2F-31AF-1476E33A9B9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418285786"/>
      </p:ext>
    </p:extLst>
  </p:cSld>
  <p:clrMapOvr>
    <a:masterClrMapping/>
  </p:clrMapOvr>
  <p:transition>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E5C14E-75AA-0C92-F220-3AAD7AD30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89D90DA2-C411-59D6-4C0C-908991AAAD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7EF6445-67A7-9662-AE24-DB75D0A01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96C8D6E-C325-CB08-913E-5D0CFA8D547E}"/>
              </a:ext>
            </a:extLst>
          </p:cNvPr>
          <p:cNvSpPr>
            <a:spLocks noGrp="1"/>
          </p:cNvSpPr>
          <p:nvPr>
            <p:ph type="dt" sz="half" idx="10"/>
          </p:nvPr>
        </p:nvSpPr>
        <p:spPr/>
        <p:txBody>
          <a:bodyPr/>
          <a:lstStyle/>
          <a:p>
            <a:fld id="{975A9BB6-EC60-43E1-BA80-EB28A4ADF470}" type="datetime1">
              <a:rPr lang="en-US" smtClean="0"/>
              <a:t>4/27/2026</a:t>
            </a:fld>
            <a:endParaRPr lang="en-US"/>
          </a:p>
        </p:txBody>
      </p:sp>
      <p:sp>
        <p:nvSpPr>
          <p:cNvPr id="6" name="Footer Placeholder 5">
            <a:extLst>
              <a:ext uri="{FF2B5EF4-FFF2-40B4-BE49-F238E27FC236}">
                <a16:creationId xmlns:a16="http://schemas.microsoft.com/office/drawing/2014/main" xmlns="" id="{DE6CA266-80A2-77E9-30D1-7A8873A54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44294D4-AA30-7B04-9372-313CB265AE0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2591010358"/>
      </p:ext>
    </p:extLst>
  </p:cSld>
  <p:clrMapOvr>
    <a:masterClrMapping/>
  </p:clrMapOvr>
  <p:transition>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BB90E4-01CE-88F6-103A-7A7829BCA8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DFEBC952-7B54-418C-1A42-DA6826C6D3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8434519-AAED-AEF4-C105-9CCD0ED672B6}"/>
              </a:ext>
            </a:extLst>
          </p:cNvPr>
          <p:cNvSpPr>
            <a:spLocks noGrp="1"/>
          </p:cNvSpPr>
          <p:nvPr>
            <p:ph type="dt" sz="half" idx="10"/>
          </p:nvPr>
        </p:nvSpPr>
        <p:spPr/>
        <p:txBody>
          <a:bodyPr/>
          <a:lstStyle/>
          <a:p>
            <a:fld id="{8DB5535B-11C8-4DDF-BE63-3629D94C0AEC}" type="datetime1">
              <a:rPr lang="en-US" smtClean="0"/>
              <a:t>4/27/2026</a:t>
            </a:fld>
            <a:endParaRPr lang="en-US"/>
          </a:p>
        </p:txBody>
      </p:sp>
      <p:sp>
        <p:nvSpPr>
          <p:cNvPr id="5" name="Footer Placeholder 4">
            <a:extLst>
              <a:ext uri="{FF2B5EF4-FFF2-40B4-BE49-F238E27FC236}">
                <a16:creationId xmlns:a16="http://schemas.microsoft.com/office/drawing/2014/main" xmlns="" id="{4F349751-5428-FBDE-66CC-224B9B50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051B834-F95C-7B3F-BCC0-A1A90E5B8D91}"/>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665026219"/>
      </p:ext>
    </p:extLst>
  </p:cSld>
  <p:clrMapOvr>
    <a:masterClrMapping/>
  </p:clrMapOvr>
  <p:transition>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31B66E50-E91E-2F9C-617D-B068AD4104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2373A187-132D-7091-45AC-0B12E1014D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7415388-32BB-10B7-CCDD-C9904360C25D}"/>
              </a:ext>
            </a:extLst>
          </p:cNvPr>
          <p:cNvSpPr>
            <a:spLocks noGrp="1"/>
          </p:cNvSpPr>
          <p:nvPr>
            <p:ph type="dt" sz="half" idx="10"/>
          </p:nvPr>
        </p:nvSpPr>
        <p:spPr/>
        <p:txBody>
          <a:bodyPr/>
          <a:lstStyle/>
          <a:p>
            <a:fld id="{5BC5C14E-526E-4C34-BC74-238283BDC8DC}" type="datetime1">
              <a:rPr lang="en-US" smtClean="0"/>
              <a:t>4/27/2026</a:t>
            </a:fld>
            <a:endParaRPr lang="en-US"/>
          </a:p>
        </p:txBody>
      </p:sp>
      <p:sp>
        <p:nvSpPr>
          <p:cNvPr id="5" name="Footer Placeholder 4">
            <a:extLst>
              <a:ext uri="{FF2B5EF4-FFF2-40B4-BE49-F238E27FC236}">
                <a16:creationId xmlns:a16="http://schemas.microsoft.com/office/drawing/2014/main" xmlns="" id="{02BFBE2B-8378-8CA5-5BFB-FC7894F48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105B319-EFC1-4DBC-9AD3-8A33D05A0569}"/>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217203644"/>
      </p:ext>
    </p:extLst>
  </p:cSld>
  <p:clrMapOvr>
    <a:masterClrMapping/>
  </p:clrMapOvr>
  <p:transition>
    <p:pull/>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0_Title and Content">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D96BEA09-0983-13EF-017F-E168EAC9C3C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0" name="Picture 8" descr="Abstract Geometric Shape PNG, Vector, PSD, and Clipart With Transparent  Background for Free Download | Pngtree">
            <a:extLst>
              <a:ext uri="{FF2B5EF4-FFF2-40B4-BE49-F238E27FC236}">
                <a16:creationId xmlns:a16="http://schemas.microsoft.com/office/drawing/2014/main" xmlns="" id="{23974493-1E97-275C-6AEF-CF097BC514D0}"/>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Top Corners Rounded 24">
            <a:extLst>
              <a:ext uri="{FF2B5EF4-FFF2-40B4-BE49-F238E27FC236}">
                <a16:creationId xmlns:a16="http://schemas.microsoft.com/office/drawing/2014/main" xmlns=""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xmlns="" id="{F7D579D1-CC19-5325-72BE-FE4596D337A2}"/>
              </a:ext>
            </a:extLst>
          </p:cNvPr>
          <p:cNvSpPr/>
          <p:nvPr userDrawn="1"/>
        </p:nvSpPr>
        <p:spPr>
          <a:xfrm flipH="1">
            <a:off x="11766550" y="4476750"/>
            <a:ext cx="425450" cy="2381250"/>
          </a:xfrm>
          <a:prstGeom prst="round1Rect">
            <a:avLst>
              <a:gd name="adj" fmla="val 5000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xmlns=""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xmlns="" id="{BA832964-A607-9790-80A0-F7EE54D281C5}"/>
              </a:ext>
            </a:extLst>
          </p:cNvPr>
          <p:cNvPicPr>
            <a:picLocks noChangeAspect="1" noChangeArrowheads="1"/>
          </p:cNvPicPr>
          <p:nvPr userDrawn="1"/>
        </p:nvPicPr>
        <p:blipFill rotWithShape="1">
          <a:blip r:embed="rId3" cstate="print">
            <a:alphaModFix amt="1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xmlns="" id="{F3164AF9-3A8B-147C-6959-0256F893C103}"/>
              </a:ext>
            </a:extLst>
          </p:cNvPr>
          <p:cNvPicPr>
            <a:picLocks noChangeAspect="1" noChangeArrowheads="1"/>
          </p:cNvPicPr>
          <p:nvPr userDrawn="1"/>
        </p:nvPicPr>
        <p:blipFill>
          <a:blip r:embed="rId4" cstate="print">
            <a:alphaModFix amt="10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xmlns="" id="{81F3228C-C4B1-92B5-7E1A-F8077CE399D8}"/>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4990617" y="576915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xmlns="" id="{D7A128B6-B167-0AEE-B9D2-579466698A25}"/>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xmlns="" id="{FF5F6C9A-226C-D8BA-871E-97FB7CFE05EF}"/>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xmlns="" id="{D7CE3784-FEF0-A1A3-1842-5D53154A1030}"/>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xmlns="" id="{437BA7E9-722D-EC6E-4D24-902E046EFF4A}"/>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xmlns="" id="{BFE20F6B-BF8F-55A9-74FD-F65DBB856197}"/>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xmlns="" id="{CFF88DD8-ED17-BCBA-3A35-BB80388DCBE3}"/>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xmlns="" id="{59EB38F1-09E8-7583-F5E1-C5DC3C27E3C6}"/>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xmlns="" id="{44AB5AA5-0D6C-7AAC-65B8-709D375BD8EE}"/>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xmlns="" id="{CB955C36-0238-9135-9669-7E775FC2BE2E}"/>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xmlns="" id="{5E162228-2358-F62B-ADAE-975E3A4557D6}"/>
              </a:ext>
            </a:extLst>
          </p:cNvPr>
          <p:cNvPicPr>
            <a:picLocks noChangeAspect="1" noChangeArrowheads="1"/>
          </p:cNvPicPr>
          <p:nvPr userDrawn="1"/>
        </p:nvPicPr>
        <p:blipFill rotWithShape="1">
          <a:blip r:embed="rId5" cstate="print">
            <a:alphaModFix amt="1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xmlns="" id="{F3E8C285-9C6C-70F7-D658-E55A8A631C78}"/>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xmlns="" id="{EB5FC8F9-76B5-8586-CCAD-4BFE03CE1762}"/>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xmlns="" id="{AEA23577-5E2B-1B3E-A6D1-4BDE45D0F555}"/>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592138" y="3153735"/>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xmlns="" id="{A71F214D-B4B5-FD11-F850-E3C26FCFED75}"/>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xmlns="" id="{53C4D9F5-F8AE-B932-A58A-8785D150DEFB}"/>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xmlns="" id="{EA37F958-EE3B-05C6-A5D0-87B69C57AC7F}"/>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DDCB4AFB-8290-AA3D-E10E-6D55800C278E}"/>
              </a:ext>
            </a:extLst>
          </p:cNvPr>
          <p:cNvSpPr>
            <a:spLocks noGrp="1"/>
          </p:cNvSpPr>
          <p:nvPr>
            <p:ph type="title"/>
          </p:nvPr>
        </p:nvSpPr>
        <p:spPr>
          <a:xfrm>
            <a:off x="655637" y="222322"/>
            <a:ext cx="7302407" cy="1047679"/>
          </a:xfrm>
        </p:spPr>
        <p:txBody>
          <a:bodyPr>
            <a:noAutofit/>
          </a:bodyPr>
          <a:lstStyle>
            <a:lvl1pPr>
              <a:defRPr sz="3200" b="1">
                <a:solidFill>
                  <a:schemeClr val="bg1"/>
                </a:solidFill>
                <a:latin typeface="Arial Black" panose="020B0A04020102020204" pitchFamily="34" charset="0"/>
                <a:ea typeface="Roboto Black" panose="02000000000000000000" pitchFamily="2"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xmlns="" id="{5B4AE2E9-3828-C057-6425-1FA36A465FA5}"/>
              </a:ext>
            </a:extLst>
          </p:cNvPr>
          <p:cNvSpPr>
            <a:spLocks noGrp="1"/>
          </p:cNvSpPr>
          <p:nvPr>
            <p:ph type="body" sz="quarter" idx="10"/>
          </p:nvPr>
        </p:nvSpPr>
        <p:spPr>
          <a:xfrm>
            <a:off x="655638" y="1684338"/>
            <a:ext cx="10677870"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6" name="Group 5">
            <a:extLst>
              <a:ext uri="{FF2B5EF4-FFF2-40B4-BE49-F238E27FC236}">
                <a16:creationId xmlns:a16="http://schemas.microsoft.com/office/drawing/2014/main" xmlns=""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xmlns="" id="{ACBEDCC2-030A-070F-7FD7-1CF4E1F41B4B}"/>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xmlns="" id="{8523BCE1-36FE-F100-F6D2-D0D5BE1F5F05}"/>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Python White Icons – Free Download SVG, PNG, GIF">
            <a:extLst>
              <a:ext uri="{FF2B5EF4-FFF2-40B4-BE49-F238E27FC236}">
                <a16:creationId xmlns:a16="http://schemas.microsoft.com/office/drawing/2014/main" xmlns="" id="{D7C1F87D-D409-F070-539D-F55A3A63144B}"/>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82;p24">
            <a:extLst>
              <a:ext uri="{FF2B5EF4-FFF2-40B4-BE49-F238E27FC236}">
                <a16:creationId xmlns:a16="http://schemas.microsoft.com/office/drawing/2014/main" xmlns="" id="{F8A1DB90-F892-14D4-C6E2-A4B51EFAF446}"/>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4294397146"/>
      </p:ext>
    </p:extLst>
  </p:cSld>
  <p:clrMapOvr>
    <a:overrideClrMapping bg1="lt1" tx1="dk1" bg2="lt2" tx2="dk2" accent1="accent1" accent2="accent2" accent3="accent3" accent4="accent4" accent5="accent5" accent6="accent6" hlink="hlink" folHlink="folHlink"/>
  </p:clrMapOvr>
  <p:transition>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0">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DDE0CB34-C072-54FF-FEA3-FFD66EC6BC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0B0EAD7-AAAE-4D20-E56A-B4D7399065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DE6877E-A696-A59F-0977-C6CFA1D90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5F8224-04E3-4AA6-B0CA-4F042664FEC5}" type="datetime1">
              <a:rPr lang="en-US" smtClean="0"/>
              <a:t>4/27/2026</a:t>
            </a:fld>
            <a:endParaRPr lang="en-US"/>
          </a:p>
        </p:txBody>
      </p:sp>
      <p:sp>
        <p:nvSpPr>
          <p:cNvPr id="5" name="Footer Placeholder 4">
            <a:extLst>
              <a:ext uri="{FF2B5EF4-FFF2-40B4-BE49-F238E27FC236}">
                <a16:creationId xmlns:a16="http://schemas.microsoft.com/office/drawing/2014/main" xmlns="" id="{4B96CB46-07B0-31F0-7E85-D42F5555B3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E0033E34-F028-83E8-8DCF-3056884844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191E0B-3CC6-47CC-B1C5-29A4C4EF6875}" type="slidenum">
              <a:rPr lang="en-US" smtClean="0"/>
              <a:t>‹#›</a:t>
            </a:fld>
            <a:endParaRPr lang="en-US"/>
          </a:p>
        </p:txBody>
      </p:sp>
    </p:spTree>
    <p:extLst>
      <p:ext uri="{BB962C8B-B14F-4D97-AF65-F5344CB8AC3E}">
        <p14:creationId xmlns:p14="http://schemas.microsoft.com/office/powerpoint/2010/main" val="248451749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661" r:id="rId6"/>
    <p:sldLayoutId id="2147483673" r:id="rId7"/>
    <p:sldLayoutId id="2147483674" r:id="rId8"/>
    <p:sldLayoutId id="2147483695" r:id="rId9"/>
    <p:sldLayoutId id="2147483691" r:id="rId10"/>
    <p:sldLayoutId id="2147483693" r:id="rId11"/>
    <p:sldLayoutId id="2147483692" r:id="rId12"/>
    <p:sldLayoutId id="2147483675" r:id="rId13"/>
    <p:sldLayoutId id="2147483689" r:id="rId14"/>
    <p:sldLayoutId id="2147483690" r:id="rId15"/>
    <p:sldLayoutId id="2147483676" r:id="rId16"/>
    <p:sldLayoutId id="2147483672" r:id="rId17"/>
    <p:sldLayoutId id="2147483662" r:id="rId18"/>
    <p:sldLayoutId id="2147483663" r:id="rId19"/>
    <p:sldLayoutId id="2147483664" r:id="rId20"/>
    <p:sldLayoutId id="2147483665" r:id="rId21"/>
    <p:sldLayoutId id="2147483666" r:id="rId22"/>
    <p:sldLayoutId id="2147483667" r:id="rId23"/>
    <p:sldLayoutId id="2147483668" r:id="rId24"/>
    <p:sldLayoutId id="2147483669" r:id="rId25"/>
    <p:sldLayoutId id="2147483670" r:id="rId26"/>
    <p:sldLayoutId id="2147483671" r:id="rId27"/>
    <p:sldLayoutId id="2147483702" r:id="rId28"/>
  </p:sldLayoutIdLst>
  <p:transition>
    <p:pull/>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952846-B3A6-1187-EF8A-1389E0D368D1}"/>
              </a:ext>
            </a:extLst>
          </p:cNvPr>
          <p:cNvSpPr>
            <a:spLocks noGrp="1"/>
          </p:cNvSpPr>
          <p:nvPr>
            <p:ph type="ctrTitle"/>
          </p:nvPr>
        </p:nvSpPr>
        <p:spPr/>
        <p:txBody>
          <a:bodyPr>
            <a:noAutofit/>
          </a:bodyPr>
          <a:lstStyle/>
          <a:p>
            <a:r>
              <a:rPr lang="en-US" dirty="0">
                <a:latin typeface="Aptos Black" panose="020B0004020202020204" pitchFamily="34" charset="0"/>
              </a:rPr>
              <a:t>“On the way with Python”</a:t>
            </a:r>
          </a:p>
        </p:txBody>
      </p:sp>
    </p:spTree>
    <p:extLst>
      <p:ext uri="{BB962C8B-B14F-4D97-AF65-F5344CB8AC3E}">
        <p14:creationId xmlns:p14="http://schemas.microsoft.com/office/powerpoint/2010/main" val="1371303958"/>
      </p:ext>
    </p:extLst>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4D0A20-275E-E058-5F63-DD97AF3B25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6EF23C65-EF27-A5C0-E0C8-55A61973FB0A}"/>
              </a:ext>
            </a:extLst>
          </p:cNvPr>
          <p:cNvSpPr>
            <a:spLocks noGrp="1"/>
          </p:cNvSpPr>
          <p:nvPr>
            <p:ph type="ctrTitle"/>
          </p:nvPr>
        </p:nvSpPr>
        <p:spPr/>
        <p:txBody>
          <a:bodyPr/>
          <a:lstStyle/>
          <a:p>
            <a:r>
              <a:rPr lang="en-US" dirty="0"/>
              <a:t>Python Input/Output</a:t>
            </a:r>
          </a:p>
        </p:txBody>
      </p:sp>
      <p:sp>
        <p:nvSpPr>
          <p:cNvPr id="3" name="Subtitle 2">
            <a:extLst>
              <a:ext uri="{FF2B5EF4-FFF2-40B4-BE49-F238E27FC236}">
                <a16:creationId xmlns:a16="http://schemas.microsoft.com/office/drawing/2014/main" xmlns="" id="{5039F9AD-B03A-8655-F15D-74372A13D66C}"/>
              </a:ext>
            </a:extLst>
          </p:cNvPr>
          <p:cNvSpPr>
            <a:spLocks noGrp="1"/>
          </p:cNvSpPr>
          <p:nvPr>
            <p:ph type="subTitle" idx="1"/>
          </p:nvPr>
        </p:nvSpPr>
        <p:spPr/>
        <p:txBody>
          <a:bodyPr/>
          <a:lstStyle/>
          <a:p>
            <a:endParaRPr lang="en-US"/>
          </a:p>
        </p:txBody>
      </p:sp>
      <p:sp>
        <p:nvSpPr>
          <p:cNvPr id="6" name="Text Placeholder 5">
            <a:extLst>
              <a:ext uri="{FF2B5EF4-FFF2-40B4-BE49-F238E27FC236}">
                <a16:creationId xmlns:a16="http://schemas.microsoft.com/office/drawing/2014/main" xmlns="" id="{3437F37B-A3AA-E215-3A96-4D6F73ABB253}"/>
              </a:ext>
            </a:extLst>
          </p:cNvPr>
          <p:cNvSpPr>
            <a:spLocks noGrp="1"/>
          </p:cNvSpPr>
          <p:nvPr>
            <p:ph type="body" sz="quarter" idx="10"/>
          </p:nvPr>
        </p:nvSpPr>
        <p:spPr/>
        <p:txBody>
          <a:bodyPr>
            <a:normAutofit fontScale="92500"/>
          </a:bodyPr>
          <a:lstStyle/>
          <a:p>
            <a:r>
              <a:rPr lang="en-US" dirty="0"/>
              <a:t>Lecture</a:t>
            </a:r>
          </a:p>
        </p:txBody>
      </p:sp>
      <p:sp>
        <p:nvSpPr>
          <p:cNvPr id="7" name="Text Placeholder 6">
            <a:extLst>
              <a:ext uri="{FF2B5EF4-FFF2-40B4-BE49-F238E27FC236}">
                <a16:creationId xmlns:a16="http://schemas.microsoft.com/office/drawing/2014/main" xmlns="" id="{A83AEB76-B8B4-7E2D-5C8C-633013CCEE6C}"/>
              </a:ext>
            </a:extLst>
          </p:cNvPr>
          <p:cNvSpPr>
            <a:spLocks noGrp="1"/>
          </p:cNvSpPr>
          <p:nvPr>
            <p:ph type="body" sz="quarter" idx="11"/>
          </p:nvPr>
        </p:nvSpPr>
        <p:spPr/>
        <p:txBody>
          <a:bodyPr/>
          <a:lstStyle/>
          <a:p>
            <a:r>
              <a:rPr lang="en-US" dirty="0"/>
              <a:t>03</a:t>
            </a:r>
          </a:p>
        </p:txBody>
      </p:sp>
    </p:spTree>
    <p:extLst>
      <p:ext uri="{BB962C8B-B14F-4D97-AF65-F5344CB8AC3E}">
        <p14:creationId xmlns:p14="http://schemas.microsoft.com/office/powerpoint/2010/main" val="2759064039"/>
      </p:ext>
    </p:extLst>
  </p:cSld>
  <p:clrMapOvr>
    <a:masterClrMapping/>
  </p:clrMapOvr>
  <p:transition>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F64A29B-1ED4-BBBE-C8D5-7182C327ACB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8ADE7384-E4F7-FFE4-51FB-DD831C9E94AE}"/>
              </a:ext>
            </a:extLst>
          </p:cNvPr>
          <p:cNvSpPr>
            <a:spLocks noGrp="1"/>
          </p:cNvSpPr>
          <p:nvPr>
            <p:ph type="body" sz="quarter" idx="10"/>
          </p:nvPr>
        </p:nvSpPr>
        <p:spPr/>
        <p:txBody>
          <a:bodyPr/>
          <a:lstStyle/>
          <a:p>
            <a:pPr marL="0" indent="0">
              <a:buNone/>
            </a:pPr>
            <a:r>
              <a:rPr lang="en-US" dirty="0"/>
              <a:t>Input and Output (I/O) are essential parts of any programming language. Input is used to take data from the user, and Output is used to display results to the user. Python provides simple and powerful functions for handling input and output.</a:t>
            </a:r>
          </a:p>
        </p:txBody>
      </p:sp>
      <p:sp>
        <p:nvSpPr>
          <p:cNvPr id="2" name="Title 1">
            <a:extLst>
              <a:ext uri="{FF2B5EF4-FFF2-40B4-BE49-F238E27FC236}">
                <a16:creationId xmlns:a16="http://schemas.microsoft.com/office/drawing/2014/main" xmlns="" id="{F6E8123E-8C33-0955-7716-3612127A922F}"/>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Introduction</a:t>
            </a:r>
            <a:endPar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229473185"/>
      </p:ext>
    </p:extLst>
  </p:cSld>
  <p:clrMapOvr>
    <a:masterClrMapping/>
  </p:clrMapOvr>
  <p:transition>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3A3445-3A76-BC41-08DB-40C0867C5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A5C481A-99C2-DEEC-1EBA-32BDDC48D79E}"/>
              </a:ext>
            </a:extLst>
          </p:cNvPr>
          <p:cNvSpPr>
            <a:spLocks noGrp="1"/>
          </p:cNvSpPr>
          <p:nvPr>
            <p:ph type="ctrTitle"/>
          </p:nvPr>
        </p:nvSpPr>
        <p:spPr/>
        <p:txBody>
          <a:bodyPr>
            <a:noAutofit/>
          </a:bodyPr>
          <a:lstStyle/>
          <a:p>
            <a:r>
              <a:rPr lang="en-US" dirty="0">
                <a:latin typeface="Aptos Black" panose="020B0004020202020204" pitchFamily="34" charset="0"/>
              </a:rPr>
              <a:t>“Output in Python”</a:t>
            </a:r>
          </a:p>
        </p:txBody>
      </p:sp>
    </p:spTree>
    <p:extLst>
      <p:ext uri="{BB962C8B-B14F-4D97-AF65-F5344CB8AC3E}">
        <p14:creationId xmlns:p14="http://schemas.microsoft.com/office/powerpoint/2010/main" val="883373501"/>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DABC23E-D9D4-FA62-C6AB-646640D7DD7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C4A48995-EE02-7A62-3C10-987D6494F8BB}"/>
              </a:ext>
            </a:extLst>
          </p:cNvPr>
          <p:cNvSpPr>
            <a:spLocks noGrp="1"/>
          </p:cNvSpPr>
          <p:nvPr>
            <p:ph type="body" sz="quarter" idx="10"/>
          </p:nvPr>
        </p:nvSpPr>
        <p:spPr/>
        <p:txBody>
          <a:bodyPr/>
          <a:lstStyle/>
          <a:p>
            <a:pPr marL="0" indent="0">
              <a:buNone/>
            </a:pPr>
            <a:r>
              <a:rPr lang="en-US" dirty="0"/>
              <a:t>Python uses the </a:t>
            </a:r>
            <a:r>
              <a:rPr lang="en-US" b="1" dirty="0"/>
              <a:t>print()</a:t>
            </a:r>
            <a:r>
              <a:rPr lang="en-US" dirty="0"/>
              <a:t> function to display output on the screen.</a:t>
            </a:r>
          </a:p>
        </p:txBody>
      </p:sp>
      <p:sp>
        <p:nvSpPr>
          <p:cNvPr id="2" name="Title 1">
            <a:extLst>
              <a:ext uri="{FF2B5EF4-FFF2-40B4-BE49-F238E27FC236}">
                <a16:creationId xmlns:a16="http://schemas.microsoft.com/office/drawing/2014/main" xmlns="" id="{C0378240-2734-EC02-DC20-6C5A29459C58}"/>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Output in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Python</a:t>
            </a:r>
          </a:p>
        </p:txBody>
      </p:sp>
      <p:pic>
        <p:nvPicPr>
          <p:cNvPr id="5" name="Picture 4">
            <a:extLst>
              <a:ext uri="{FF2B5EF4-FFF2-40B4-BE49-F238E27FC236}">
                <a16:creationId xmlns:a16="http://schemas.microsoft.com/office/drawing/2014/main" xmlns="" id="{BB5E39E0-11BA-FDBA-E86C-53F363C2F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627" y="2019300"/>
            <a:ext cx="5429250" cy="2819400"/>
          </a:xfrm>
          <a:prstGeom prst="rect">
            <a:avLst/>
          </a:prstGeom>
        </p:spPr>
      </p:pic>
    </p:spTree>
    <p:extLst>
      <p:ext uri="{BB962C8B-B14F-4D97-AF65-F5344CB8AC3E}">
        <p14:creationId xmlns:p14="http://schemas.microsoft.com/office/powerpoint/2010/main" val="65905082"/>
      </p:ext>
    </p:extLst>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D0A039-FF08-B20F-F9EC-6693A8992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43D99B3-302C-D8E5-961B-B0C53C78564B}"/>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Printing Variables</a:t>
            </a:r>
            <a:endPar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endParaRPr>
          </a:p>
        </p:txBody>
      </p:sp>
      <p:pic>
        <p:nvPicPr>
          <p:cNvPr id="5" name="Picture 4">
            <a:extLst>
              <a:ext uri="{FF2B5EF4-FFF2-40B4-BE49-F238E27FC236}">
                <a16:creationId xmlns:a16="http://schemas.microsoft.com/office/drawing/2014/main" xmlns="" id="{A00E627D-CDF1-CA07-DED4-9B1A1F32E3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9454" y="1815766"/>
            <a:ext cx="3838898" cy="3226468"/>
          </a:xfrm>
          <a:prstGeom prst="rect">
            <a:avLst/>
          </a:prstGeom>
        </p:spPr>
      </p:pic>
      <p:pic>
        <p:nvPicPr>
          <p:cNvPr id="7" name="Picture 6">
            <a:extLst>
              <a:ext uri="{FF2B5EF4-FFF2-40B4-BE49-F238E27FC236}">
                <a16:creationId xmlns:a16="http://schemas.microsoft.com/office/drawing/2014/main" xmlns="" id="{C2F1B120-55F5-F8AF-F618-E1FD53ACF9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68949" y="2314417"/>
            <a:ext cx="5889218" cy="2229166"/>
          </a:xfrm>
          <a:prstGeom prst="rect">
            <a:avLst/>
          </a:prstGeom>
        </p:spPr>
      </p:pic>
      <p:sp>
        <p:nvSpPr>
          <p:cNvPr id="8" name="TextBox 7">
            <a:extLst>
              <a:ext uri="{FF2B5EF4-FFF2-40B4-BE49-F238E27FC236}">
                <a16:creationId xmlns:a16="http://schemas.microsoft.com/office/drawing/2014/main" xmlns="" id="{4D675296-6CE4-A9DE-F7EB-38606696184D}"/>
              </a:ext>
            </a:extLst>
          </p:cNvPr>
          <p:cNvSpPr txBox="1"/>
          <p:nvPr/>
        </p:nvSpPr>
        <p:spPr>
          <a:xfrm>
            <a:off x="6096000" y="4531572"/>
            <a:ext cx="4395536" cy="369332"/>
          </a:xfrm>
          <a:prstGeom prst="rect">
            <a:avLst/>
          </a:prstGeom>
          <a:noFill/>
        </p:spPr>
        <p:txBody>
          <a:bodyPr wrap="square" rtlCol="0">
            <a:spAutoFit/>
          </a:bodyPr>
          <a:lstStyle/>
          <a:p>
            <a:pPr algn="ctr"/>
            <a:r>
              <a:rPr lang="en-US" b="1" dirty="0">
                <a:solidFill>
                  <a:schemeClr val="bg1">
                    <a:lumMod val="50000"/>
                  </a:schemeClr>
                </a:solidFill>
              </a:rPr>
              <a:t>Printing Multiple Values</a:t>
            </a:r>
            <a:endParaRPr lang="en-US" dirty="0">
              <a:solidFill>
                <a:schemeClr val="bg1">
                  <a:lumMod val="50000"/>
                </a:schemeClr>
              </a:solidFill>
            </a:endParaRPr>
          </a:p>
        </p:txBody>
      </p:sp>
      <p:sp>
        <p:nvSpPr>
          <p:cNvPr id="9" name="TextBox 8">
            <a:extLst>
              <a:ext uri="{FF2B5EF4-FFF2-40B4-BE49-F238E27FC236}">
                <a16:creationId xmlns:a16="http://schemas.microsoft.com/office/drawing/2014/main" xmlns="" id="{ABF80AEF-DE41-DF61-F408-B8A66916DB17}"/>
              </a:ext>
            </a:extLst>
          </p:cNvPr>
          <p:cNvSpPr txBox="1"/>
          <p:nvPr/>
        </p:nvSpPr>
        <p:spPr>
          <a:xfrm>
            <a:off x="655637" y="4900904"/>
            <a:ext cx="4395536" cy="369332"/>
          </a:xfrm>
          <a:prstGeom prst="rect">
            <a:avLst/>
          </a:prstGeom>
          <a:noFill/>
        </p:spPr>
        <p:txBody>
          <a:bodyPr wrap="square" rtlCol="0">
            <a:spAutoFit/>
          </a:bodyPr>
          <a:lstStyle/>
          <a:p>
            <a:pPr algn="ctr"/>
            <a:r>
              <a:rPr lang="en-US" b="1" dirty="0">
                <a:solidFill>
                  <a:schemeClr val="bg1">
                    <a:lumMod val="50000"/>
                  </a:schemeClr>
                </a:solidFill>
              </a:rPr>
              <a:t>Printing Single  Value</a:t>
            </a:r>
            <a:endParaRPr lang="en-US" dirty="0">
              <a:solidFill>
                <a:schemeClr val="bg1">
                  <a:lumMod val="50000"/>
                </a:schemeClr>
              </a:solidFill>
            </a:endParaRPr>
          </a:p>
        </p:txBody>
      </p:sp>
    </p:spTree>
    <p:extLst>
      <p:ext uri="{BB962C8B-B14F-4D97-AF65-F5344CB8AC3E}">
        <p14:creationId xmlns:p14="http://schemas.microsoft.com/office/powerpoint/2010/main" val="4155475892"/>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C4ABFC-18EE-99C2-9A35-F9486D694D5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E880A9CB-0BFC-1552-BDF3-0D865EC622C7}"/>
              </a:ext>
            </a:extLst>
          </p:cNvPr>
          <p:cNvSpPr>
            <a:spLocks noGrp="1"/>
          </p:cNvSpPr>
          <p:nvPr>
            <p:ph type="body" sz="quarter" idx="10"/>
          </p:nvPr>
        </p:nvSpPr>
        <p:spPr/>
        <p:txBody>
          <a:bodyPr/>
          <a:lstStyle/>
          <a:p>
            <a:pPr marL="0" indent="0">
              <a:buNone/>
            </a:pPr>
            <a:r>
              <a:rPr lang="en-US" b="1" dirty="0"/>
              <a:t>Using Comma ( , ): </a:t>
            </a:r>
            <a:r>
              <a:rPr lang="en-US" dirty="0"/>
              <a:t>Automatically adds space between values.</a:t>
            </a:r>
          </a:p>
          <a:p>
            <a:pPr marL="0" indent="0">
              <a:buNone/>
            </a:pPr>
            <a:endParaRPr lang="en-US" dirty="0"/>
          </a:p>
          <a:p>
            <a:pPr marL="0" indent="0">
              <a:buNone/>
            </a:pPr>
            <a:endParaRPr lang="en-US" dirty="0"/>
          </a:p>
          <a:p>
            <a:pPr marL="0" indent="0">
              <a:buNone/>
            </a:pPr>
            <a:endParaRPr lang="en-US" dirty="0"/>
          </a:p>
          <a:p>
            <a:pPr marL="0" indent="0">
              <a:lnSpc>
                <a:spcPct val="150000"/>
              </a:lnSpc>
              <a:buNone/>
            </a:pPr>
            <a:r>
              <a:rPr lang="en-US" b="1" dirty="0"/>
              <a:t>Using f-strings:</a:t>
            </a:r>
            <a:r>
              <a:rPr lang="en-US" dirty="0"/>
              <a:t> </a:t>
            </a:r>
          </a:p>
        </p:txBody>
      </p:sp>
      <p:sp>
        <p:nvSpPr>
          <p:cNvPr id="2" name="Title 1">
            <a:extLst>
              <a:ext uri="{FF2B5EF4-FFF2-40B4-BE49-F238E27FC236}">
                <a16:creationId xmlns:a16="http://schemas.microsoft.com/office/drawing/2014/main" xmlns="" id="{05726C02-D57B-1D94-449C-60D130C88F9C}"/>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Formatting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Output</a:t>
            </a:r>
          </a:p>
        </p:txBody>
      </p:sp>
      <p:pic>
        <p:nvPicPr>
          <p:cNvPr id="7" name="Picture 6">
            <a:extLst>
              <a:ext uri="{FF2B5EF4-FFF2-40B4-BE49-F238E27FC236}">
                <a16:creationId xmlns:a16="http://schemas.microsoft.com/office/drawing/2014/main" xmlns="" id="{1C8B643B-2702-EE6E-D738-45B55CD8D8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3740" y="1978740"/>
            <a:ext cx="6998852" cy="1936130"/>
          </a:xfrm>
          <a:prstGeom prst="rect">
            <a:avLst/>
          </a:prstGeom>
        </p:spPr>
      </p:pic>
      <p:pic>
        <p:nvPicPr>
          <p:cNvPr id="6" name="Picture 5">
            <a:extLst>
              <a:ext uri="{FF2B5EF4-FFF2-40B4-BE49-F238E27FC236}">
                <a16:creationId xmlns:a16="http://schemas.microsoft.com/office/drawing/2014/main" xmlns="" id="{34AA643C-675C-C652-4512-A586CD4FE0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741" y="4278299"/>
            <a:ext cx="6998852" cy="2357379"/>
          </a:xfrm>
          <a:prstGeom prst="rect">
            <a:avLst/>
          </a:prstGeom>
        </p:spPr>
      </p:pic>
    </p:spTree>
    <p:extLst>
      <p:ext uri="{BB962C8B-B14F-4D97-AF65-F5344CB8AC3E}">
        <p14:creationId xmlns:p14="http://schemas.microsoft.com/office/powerpoint/2010/main" val="3809203294"/>
      </p:ext>
    </p:extLst>
  </p:cSld>
  <p:clrMapOvr>
    <a:masterClrMapping/>
  </p:clrMapOvr>
  <p:transition>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FD74E0-A121-E585-7932-2F728FB2D5B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1DD6BB37-E0B3-6197-0CBC-A897B9014C05}"/>
              </a:ext>
            </a:extLst>
          </p:cNvPr>
          <p:cNvSpPr>
            <a:spLocks noGrp="1"/>
          </p:cNvSpPr>
          <p:nvPr>
            <p:ph type="body" sz="quarter" idx="10"/>
          </p:nvPr>
        </p:nvSpPr>
        <p:spPr/>
        <p:txBody>
          <a:bodyPr/>
          <a:lstStyle/>
          <a:p>
            <a:pPr marL="0" indent="0">
              <a:buNone/>
            </a:pPr>
            <a:r>
              <a:rPr lang="en-US" b="1" dirty="0"/>
              <a:t>Using format() Method</a:t>
            </a:r>
            <a:endParaRPr lang="en-US" dirty="0"/>
          </a:p>
          <a:p>
            <a:pPr marL="0" indent="0">
              <a:buNone/>
            </a:pPr>
            <a:endParaRPr lang="en-US" dirty="0"/>
          </a:p>
          <a:p>
            <a:pPr marL="0" indent="0">
              <a:buNone/>
            </a:pPr>
            <a:endParaRPr lang="en-US" dirty="0"/>
          </a:p>
          <a:p>
            <a:pPr marL="0" indent="0">
              <a:buNone/>
            </a:pPr>
            <a:endParaRPr lang="en-US" dirty="0"/>
          </a:p>
          <a:p>
            <a:pPr marL="0" indent="0">
              <a:lnSpc>
                <a:spcPct val="150000"/>
              </a:lnSpc>
              <a:buNone/>
            </a:pPr>
            <a:r>
              <a:rPr lang="en-US" b="1" dirty="0"/>
              <a:t>Using % Operator</a:t>
            </a:r>
            <a:r>
              <a:rPr lang="en-US" dirty="0"/>
              <a:t> </a:t>
            </a:r>
          </a:p>
        </p:txBody>
      </p:sp>
      <p:sp>
        <p:nvSpPr>
          <p:cNvPr id="2" name="Title 1">
            <a:extLst>
              <a:ext uri="{FF2B5EF4-FFF2-40B4-BE49-F238E27FC236}">
                <a16:creationId xmlns:a16="http://schemas.microsoft.com/office/drawing/2014/main" xmlns="" id="{24C5BC82-C6C3-F28C-A87C-64AEBF2D2F21}"/>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Formatting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Output</a:t>
            </a:r>
          </a:p>
        </p:txBody>
      </p:sp>
      <p:pic>
        <p:nvPicPr>
          <p:cNvPr id="7" name="Picture 6">
            <a:extLst>
              <a:ext uri="{FF2B5EF4-FFF2-40B4-BE49-F238E27FC236}">
                <a16:creationId xmlns:a16="http://schemas.microsoft.com/office/drawing/2014/main" xmlns="" id="{A2E7C317-AC7E-64B1-33DB-680680655F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3740" y="2172642"/>
            <a:ext cx="8235218" cy="1821842"/>
          </a:xfrm>
          <a:prstGeom prst="rect">
            <a:avLst/>
          </a:prstGeom>
        </p:spPr>
      </p:pic>
      <p:pic>
        <p:nvPicPr>
          <p:cNvPr id="6" name="Picture 5">
            <a:extLst>
              <a:ext uri="{FF2B5EF4-FFF2-40B4-BE49-F238E27FC236}">
                <a16:creationId xmlns:a16="http://schemas.microsoft.com/office/drawing/2014/main" xmlns="" id="{97BFC7FB-D692-4D31-5F8F-294EB884421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83740" y="4408821"/>
            <a:ext cx="8235217" cy="1821842"/>
          </a:xfrm>
          <a:prstGeom prst="rect">
            <a:avLst/>
          </a:prstGeom>
        </p:spPr>
      </p:pic>
    </p:spTree>
    <p:extLst>
      <p:ext uri="{BB962C8B-B14F-4D97-AF65-F5344CB8AC3E}">
        <p14:creationId xmlns:p14="http://schemas.microsoft.com/office/powerpoint/2010/main" val="3528804024"/>
      </p:ext>
    </p:extLst>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9BBC7E6-81B6-EE78-0CC3-C50A08584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CDDC8F0-FA69-57BC-6374-093D90E43E35}"/>
              </a:ext>
            </a:extLst>
          </p:cNvPr>
          <p:cNvSpPr>
            <a:spLocks noGrp="1"/>
          </p:cNvSpPr>
          <p:nvPr>
            <p:ph type="ctrTitle"/>
          </p:nvPr>
        </p:nvSpPr>
        <p:spPr/>
        <p:txBody>
          <a:bodyPr>
            <a:noAutofit/>
          </a:bodyPr>
          <a:lstStyle/>
          <a:p>
            <a:r>
              <a:rPr lang="en-US" dirty="0">
                <a:latin typeface="Aptos Black" panose="020B0004020202020204" pitchFamily="34" charset="0"/>
              </a:rPr>
              <a:t>“Input in Python”</a:t>
            </a:r>
          </a:p>
        </p:txBody>
      </p:sp>
    </p:spTree>
    <p:extLst>
      <p:ext uri="{BB962C8B-B14F-4D97-AF65-F5344CB8AC3E}">
        <p14:creationId xmlns:p14="http://schemas.microsoft.com/office/powerpoint/2010/main" val="2134876577"/>
      </p:ext>
    </p:extLst>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9491EC-BB54-B007-C559-F5DC72CC20A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BB0936E4-7883-5902-C572-687812FF8F47}"/>
              </a:ext>
            </a:extLst>
          </p:cNvPr>
          <p:cNvSpPr>
            <a:spLocks noGrp="1"/>
          </p:cNvSpPr>
          <p:nvPr>
            <p:ph type="body" sz="quarter" idx="10"/>
          </p:nvPr>
        </p:nvSpPr>
        <p:spPr/>
        <p:txBody>
          <a:bodyPr/>
          <a:lstStyle/>
          <a:p>
            <a:pPr marL="0" indent="0">
              <a:buNone/>
            </a:pPr>
            <a:r>
              <a:rPr lang="en-US" dirty="0"/>
              <a:t>Python uses the </a:t>
            </a:r>
            <a:r>
              <a:rPr lang="en-US" b="1" dirty="0"/>
              <a:t>input()</a:t>
            </a:r>
            <a:r>
              <a:rPr lang="en-US" dirty="0"/>
              <a:t> function to take input from the user.</a:t>
            </a:r>
          </a:p>
        </p:txBody>
      </p:sp>
      <p:sp>
        <p:nvSpPr>
          <p:cNvPr id="2" name="Title 1">
            <a:extLst>
              <a:ext uri="{FF2B5EF4-FFF2-40B4-BE49-F238E27FC236}">
                <a16:creationId xmlns:a16="http://schemas.microsoft.com/office/drawing/2014/main" xmlns="" id="{CEE5C4EF-D58B-C0A9-F756-EB09BEB7A8F7}"/>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Input in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Python</a:t>
            </a:r>
          </a:p>
        </p:txBody>
      </p:sp>
      <p:pic>
        <p:nvPicPr>
          <p:cNvPr id="5" name="Picture 4">
            <a:extLst>
              <a:ext uri="{FF2B5EF4-FFF2-40B4-BE49-F238E27FC236}">
                <a16:creationId xmlns:a16="http://schemas.microsoft.com/office/drawing/2014/main" xmlns="" id="{257876E7-9851-72E9-2F1A-7D7984A11A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5637" y="2241785"/>
            <a:ext cx="6135135" cy="2683141"/>
          </a:xfrm>
          <a:prstGeom prst="rect">
            <a:avLst/>
          </a:prstGeom>
        </p:spPr>
      </p:pic>
      <p:sp>
        <p:nvSpPr>
          <p:cNvPr id="3" name="Rectangle: Rounded Corners 2">
            <a:extLst>
              <a:ext uri="{FF2B5EF4-FFF2-40B4-BE49-F238E27FC236}">
                <a16:creationId xmlns:a16="http://schemas.microsoft.com/office/drawing/2014/main" xmlns="" id="{2C0336D2-CE9C-C3DC-517E-A23D857F7D07}"/>
              </a:ext>
            </a:extLst>
          </p:cNvPr>
          <p:cNvSpPr/>
          <p:nvPr/>
        </p:nvSpPr>
        <p:spPr>
          <a:xfrm>
            <a:off x="956637" y="5173662"/>
            <a:ext cx="8123195" cy="761917"/>
          </a:xfrm>
          <a:prstGeom prst="roundRect">
            <a:avLst>
              <a:gd name="adj" fmla="val 23914"/>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0000"/>
                </a:solidFill>
              </a:rPr>
              <a:t>Important Note: </a:t>
            </a:r>
            <a:r>
              <a:rPr lang="en-US" sz="2000" dirty="0"/>
              <a:t>The input() function always returns data as a string.</a:t>
            </a:r>
            <a:endParaRPr lang="en-US" sz="2000" dirty="0">
              <a:solidFill>
                <a:schemeClr val="bg1">
                  <a:lumMod val="50000"/>
                </a:schemeClr>
              </a:solidFill>
              <a:latin typeface="Aptos (Body)"/>
            </a:endParaRPr>
          </a:p>
        </p:txBody>
      </p:sp>
    </p:spTree>
    <p:extLst>
      <p:ext uri="{BB962C8B-B14F-4D97-AF65-F5344CB8AC3E}">
        <p14:creationId xmlns:p14="http://schemas.microsoft.com/office/powerpoint/2010/main" val="841775010"/>
      </p:ext>
    </p:extLst>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D6965D-1FC5-F677-E15F-EDA6AD5ECF0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00BC8988-1508-1D35-2F77-70C242BA3FE0}"/>
              </a:ext>
            </a:extLst>
          </p:cNvPr>
          <p:cNvSpPr>
            <a:spLocks noGrp="1"/>
          </p:cNvSpPr>
          <p:nvPr>
            <p:ph type="body" sz="quarter" idx="10"/>
          </p:nvPr>
        </p:nvSpPr>
        <p:spPr/>
        <p:txBody>
          <a:bodyPr/>
          <a:lstStyle/>
          <a:p>
            <a:pPr marL="0" indent="0">
              <a:buNone/>
            </a:pPr>
            <a:r>
              <a:rPr lang="en-US" dirty="0"/>
              <a:t>To perform calculations, input values must be converted into required data types.</a:t>
            </a:r>
          </a:p>
        </p:txBody>
      </p:sp>
      <p:sp>
        <p:nvSpPr>
          <p:cNvPr id="2" name="Title 1">
            <a:extLst>
              <a:ext uri="{FF2B5EF4-FFF2-40B4-BE49-F238E27FC236}">
                <a16:creationId xmlns:a16="http://schemas.microsoft.com/office/drawing/2014/main" xmlns="" id="{5D9E8CF9-88AE-87BF-9846-E99D98732453}"/>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Type Conversion with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Input</a:t>
            </a:r>
          </a:p>
        </p:txBody>
      </p:sp>
      <p:pic>
        <p:nvPicPr>
          <p:cNvPr id="5" name="Picture 4">
            <a:extLst>
              <a:ext uri="{FF2B5EF4-FFF2-40B4-BE49-F238E27FC236}">
                <a16:creationId xmlns:a16="http://schemas.microsoft.com/office/drawing/2014/main" xmlns="" id="{4E5ED289-307B-6515-8A34-429BE3EA44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7533" y="3129042"/>
            <a:ext cx="5404415" cy="2200369"/>
          </a:xfrm>
          <a:prstGeom prst="rect">
            <a:avLst/>
          </a:prstGeom>
        </p:spPr>
      </p:pic>
      <p:pic>
        <p:nvPicPr>
          <p:cNvPr id="6" name="Picture 5">
            <a:extLst>
              <a:ext uri="{FF2B5EF4-FFF2-40B4-BE49-F238E27FC236}">
                <a16:creationId xmlns:a16="http://schemas.microsoft.com/office/drawing/2014/main" xmlns="" id="{2D54B2FD-DB92-364D-0358-4F041FDD93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275741" y="3175204"/>
            <a:ext cx="5404415" cy="2154207"/>
          </a:xfrm>
          <a:prstGeom prst="rect">
            <a:avLst/>
          </a:prstGeom>
        </p:spPr>
      </p:pic>
      <p:sp>
        <p:nvSpPr>
          <p:cNvPr id="7" name="TextBox 6">
            <a:extLst>
              <a:ext uri="{FF2B5EF4-FFF2-40B4-BE49-F238E27FC236}">
                <a16:creationId xmlns:a16="http://schemas.microsoft.com/office/drawing/2014/main" xmlns="" id="{019A0C78-1D84-F95D-CB00-E2F8B28294ED}"/>
              </a:ext>
            </a:extLst>
          </p:cNvPr>
          <p:cNvSpPr txBox="1"/>
          <p:nvPr/>
        </p:nvSpPr>
        <p:spPr>
          <a:xfrm>
            <a:off x="6672336" y="5329411"/>
            <a:ext cx="4395536" cy="369332"/>
          </a:xfrm>
          <a:prstGeom prst="rect">
            <a:avLst/>
          </a:prstGeom>
          <a:noFill/>
        </p:spPr>
        <p:txBody>
          <a:bodyPr wrap="square" rtlCol="0">
            <a:spAutoFit/>
          </a:bodyPr>
          <a:lstStyle/>
          <a:p>
            <a:pPr algn="ctr"/>
            <a:r>
              <a:rPr lang="en-US" b="1" dirty="0">
                <a:solidFill>
                  <a:schemeClr val="bg1">
                    <a:lumMod val="50000"/>
                  </a:schemeClr>
                </a:solidFill>
              </a:rPr>
              <a:t>Float Input</a:t>
            </a:r>
            <a:endParaRPr lang="en-US" dirty="0">
              <a:solidFill>
                <a:schemeClr val="bg1">
                  <a:lumMod val="50000"/>
                </a:schemeClr>
              </a:solidFill>
            </a:endParaRPr>
          </a:p>
        </p:txBody>
      </p:sp>
      <p:sp>
        <p:nvSpPr>
          <p:cNvPr id="8" name="TextBox 7">
            <a:extLst>
              <a:ext uri="{FF2B5EF4-FFF2-40B4-BE49-F238E27FC236}">
                <a16:creationId xmlns:a16="http://schemas.microsoft.com/office/drawing/2014/main" xmlns="" id="{94DBC115-6280-0E8E-A0DE-537224FD2C7F}"/>
              </a:ext>
            </a:extLst>
          </p:cNvPr>
          <p:cNvSpPr txBox="1"/>
          <p:nvPr/>
        </p:nvSpPr>
        <p:spPr>
          <a:xfrm>
            <a:off x="1124129" y="5329411"/>
            <a:ext cx="4395536" cy="369332"/>
          </a:xfrm>
          <a:prstGeom prst="rect">
            <a:avLst/>
          </a:prstGeom>
          <a:noFill/>
        </p:spPr>
        <p:txBody>
          <a:bodyPr wrap="square" rtlCol="0">
            <a:spAutoFit/>
          </a:bodyPr>
          <a:lstStyle/>
          <a:p>
            <a:pPr algn="ctr"/>
            <a:r>
              <a:rPr lang="en-US" b="1" dirty="0">
                <a:solidFill>
                  <a:schemeClr val="bg1">
                    <a:lumMod val="50000"/>
                  </a:schemeClr>
                </a:solidFill>
              </a:rPr>
              <a:t>Integer Input</a:t>
            </a:r>
            <a:endParaRPr lang="en-US" dirty="0">
              <a:solidFill>
                <a:schemeClr val="bg1">
                  <a:lumMod val="50000"/>
                </a:schemeClr>
              </a:solidFill>
            </a:endParaRPr>
          </a:p>
        </p:txBody>
      </p:sp>
    </p:spTree>
    <p:extLst>
      <p:ext uri="{BB962C8B-B14F-4D97-AF65-F5344CB8AC3E}">
        <p14:creationId xmlns:p14="http://schemas.microsoft.com/office/powerpoint/2010/main" val="1399348360"/>
      </p:ext>
    </p:extLst>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323231-F2E2-508E-D5E0-600E343892F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695F0426-3283-50ED-ECA7-E103674B2BF3}"/>
              </a:ext>
            </a:extLst>
          </p:cNvPr>
          <p:cNvSpPr>
            <a:spLocks noGrp="1"/>
          </p:cNvSpPr>
          <p:nvPr>
            <p:ph type="body" sz="quarter" idx="10"/>
          </p:nvPr>
        </p:nvSpPr>
        <p:spPr/>
        <p:txBody>
          <a:bodyPr/>
          <a:lstStyle/>
          <a:p>
            <a:pPr marL="0" indent="0">
              <a:buNone/>
            </a:pPr>
            <a:endParaRPr lang="en-US" dirty="0"/>
          </a:p>
        </p:txBody>
      </p:sp>
      <p:sp>
        <p:nvSpPr>
          <p:cNvPr id="2" name="Title 1">
            <a:extLst>
              <a:ext uri="{FF2B5EF4-FFF2-40B4-BE49-F238E27FC236}">
                <a16:creationId xmlns:a16="http://schemas.microsoft.com/office/drawing/2014/main" xmlns="" id="{C8DA526B-A182-9989-D57A-1716417678DC}"/>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Taking Multiple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Inputs</a:t>
            </a:r>
          </a:p>
        </p:txBody>
      </p:sp>
      <p:pic>
        <p:nvPicPr>
          <p:cNvPr id="5" name="Picture 4">
            <a:extLst>
              <a:ext uri="{FF2B5EF4-FFF2-40B4-BE49-F238E27FC236}">
                <a16:creationId xmlns:a16="http://schemas.microsoft.com/office/drawing/2014/main" xmlns="" id="{37FCF453-D486-5ED3-0413-AAC142F962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2324" y="2075019"/>
            <a:ext cx="5107592" cy="2200369"/>
          </a:xfrm>
          <a:prstGeom prst="rect">
            <a:avLst/>
          </a:prstGeom>
        </p:spPr>
      </p:pic>
      <p:pic>
        <p:nvPicPr>
          <p:cNvPr id="6" name="Picture 5">
            <a:extLst>
              <a:ext uri="{FF2B5EF4-FFF2-40B4-BE49-F238E27FC236}">
                <a16:creationId xmlns:a16="http://schemas.microsoft.com/office/drawing/2014/main" xmlns="" id="{70DF749A-9E80-4BA6-C32F-6D435FD7E83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519665" y="2135594"/>
            <a:ext cx="6266550" cy="2200369"/>
          </a:xfrm>
          <a:prstGeom prst="rect">
            <a:avLst/>
          </a:prstGeom>
        </p:spPr>
      </p:pic>
      <p:sp>
        <p:nvSpPr>
          <p:cNvPr id="8" name="TextBox 7">
            <a:extLst>
              <a:ext uri="{FF2B5EF4-FFF2-40B4-BE49-F238E27FC236}">
                <a16:creationId xmlns:a16="http://schemas.microsoft.com/office/drawing/2014/main" xmlns="" id="{2BB125E5-2D85-5FB3-90B5-A4EDA9400CA5}"/>
              </a:ext>
            </a:extLst>
          </p:cNvPr>
          <p:cNvSpPr txBox="1"/>
          <p:nvPr/>
        </p:nvSpPr>
        <p:spPr>
          <a:xfrm>
            <a:off x="1124129" y="4320393"/>
            <a:ext cx="4395536" cy="400110"/>
          </a:xfrm>
          <a:prstGeom prst="rect">
            <a:avLst/>
          </a:prstGeom>
          <a:noFill/>
        </p:spPr>
        <p:txBody>
          <a:bodyPr wrap="square" rtlCol="0">
            <a:spAutoFit/>
          </a:bodyPr>
          <a:lstStyle/>
          <a:p>
            <a:pPr algn="ctr"/>
            <a:r>
              <a:rPr lang="en-US" sz="2000" b="1" dirty="0">
                <a:solidFill>
                  <a:schemeClr val="bg1">
                    <a:lumMod val="65000"/>
                  </a:schemeClr>
                </a:solidFill>
              </a:rPr>
              <a:t>Using Multiple input() function calls</a:t>
            </a:r>
          </a:p>
        </p:txBody>
      </p:sp>
      <p:sp>
        <p:nvSpPr>
          <p:cNvPr id="3" name="TextBox 2">
            <a:extLst>
              <a:ext uri="{FF2B5EF4-FFF2-40B4-BE49-F238E27FC236}">
                <a16:creationId xmlns:a16="http://schemas.microsoft.com/office/drawing/2014/main" xmlns="" id="{007FCF24-C7CD-8901-822D-AC8B15F889AC}"/>
              </a:ext>
            </a:extLst>
          </p:cNvPr>
          <p:cNvSpPr txBox="1"/>
          <p:nvPr/>
        </p:nvSpPr>
        <p:spPr>
          <a:xfrm>
            <a:off x="6963455" y="4320393"/>
            <a:ext cx="4395536" cy="400110"/>
          </a:xfrm>
          <a:prstGeom prst="rect">
            <a:avLst/>
          </a:prstGeom>
          <a:noFill/>
        </p:spPr>
        <p:txBody>
          <a:bodyPr wrap="square" rtlCol="0">
            <a:spAutoFit/>
          </a:bodyPr>
          <a:lstStyle/>
          <a:p>
            <a:pPr algn="ctr"/>
            <a:r>
              <a:rPr lang="en-US" sz="2000" b="1" dirty="0">
                <a:solidFill>
                  <a:schemeClr val="bg1">
                    <a:lumMod val="65000"/>
                  </a:schemeClr>
                </a:solidFill>
              </a:rPr>
              <a:t>Using split()</a:t>
            </a:r>
          </a:p>
        </p:txBody>
      </p:sp>
    </p:spTree>
    <p:extLst>
      <p:ext uri="{BB962C8B-B14F-4D97-AF65-F5344CB8AC3E}">
        <p14:creationId xmlns:p14="http://schemas.microsoft.com/office/powerpoint/2010/main" val="3115029805"/>
      </p:ext>
    </p:extLst>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7F9ECC-CB52-BA9C-167A-1A5F2EAA7303}"/>
              </a:ext>
            </a:extLst>
          </p:cNvPr>
          <p:cNvSpPr>
            <a:spLocks noGrp="1"/>
          </p:cNvSpPr>
          <p:nvPr>
            <p:ph type="ctrTitle"/>
          </p:nvPr>
        </p:nvSpPr>
        <p:spPr/>
        <p:txBody>
          <a:bodyPr>
            <a:normAutofit/>
          </a:bodyPr>
          <a:lstStyle/>
          <a:p>
            <a:r>
              <a:rPr lang="en-US" sz="6600" dirty="0">
                <a:latin typeface="Aptos Black" panose="020B0004020202020204" pitchFamily="34" charset="0"/>
              </a:rPr>
              <a:t>““Thanks All””</a:t>
            </a:r>
          </a:p>
        </p:txBody>
      </p:sp>
    </p:spTree>
    <p:extLst>
      <p:ext uri="{BB962C8B-B14F-4D97-AF65-F5344CB8AC3E}">
        <p14:creationId xmlns:p14="http://schemas.microsoft.com/office/powerpoint/2010/main" val="2789201780"/>
      </p:ext>
    </p:extLst>
  </p:cSld>
  <p:clrMapOvr>
    <a:masterClrMapping/>
  </p:clrMapOvr>
  <p:transition>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1975</TotalTime>
  <Words>194</Words>
  <Application>Microsoft Office PowerPoint</Application>
  <PresentationFormat>Custom</PresentationFormat>
  <Paragraphs>44</Paragraphs>
  <Slides>13</Slides>
  <Notes>8</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“On the way with Python”</vt:lpstr>
      <vt:lpstr>Python Input/Output</vt:lpstr>
      <vt:lpstr>Introduction</vt:lpstr>
      <vt:lpstr>“Output in Python”</vt:lpstr>
      <vt:lpstr>Output in Python</vt:lpstr>
      <vt:lpstr>Printing Variables</vt:lpstr>
      <vt:lpstr>Formatting Output</vt:lpstr>
      <vt:lpstr>Formatting Output</vt:lpstr>
      <vt:lpstr>“Input in Python”</vt:lpstr>
      <vt:lpstr>Input in Python</vt:lpstr>
      <vt:lpstr>Type Conversion with Input</vt:lpstr>
      <vt:lpstr>Taking Multiple Inputs</vt:lpstr>
      <vt:lpstr>““Thanks All””</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the way with Python”</dc:title>
  <dc:creator>MD SHAKIL</dc:creator>
  <cp:lastModifiedBy>Reaz</cp:lastModifiedBy>
  <cp:revision>430</cp:revision>
  <dcterms:created xsi:type="dcterms:W3CDTF">2024-08-22T18:44:27Z</dcterms:created>
  <dcterms:modified xsi:type="dcterms:W3CDTF">2026-04-27T06:29:10Z</dcterms:modified>
</cp:coreProperties>
</file>
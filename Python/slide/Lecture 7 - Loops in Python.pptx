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89" r:id="rId2"/>
    <p:sldId id="367" r:id="rId3"/>
    <p:sldId id="351" r:id="rId4"/>
    <p:sldId id="369" r:id="rId5"/>
    <p:sldId id="370" r:id="rId6"/>
    <p:sldId id="371" r:id="rId7"/>
    <p:sldId id="325" r:id="rId8"/>
    <p:sldId id="334" r:id="rId9"/>
    <p:sldId id="332" r:id="rId10"/>
    <p:sldId id="333" r:id="rId11"/>
    <p:sldId id="337" r:id="rId12"/>
    <p:sldId id="338" r:id="rId13"/>
    <p:sldId id="339" r:id="rId14"/>
    <p:sldId id="335" r:id="rId15"/>
    <p:sldId id="336" r:id="rId16"/>
    <p:sldId id="340" r:id="rId17"/>
    <p:sldId id="30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000000"/>
    <a:srgbClr val="F06C2C"/>
    <a:srgbClr val="FBBB09"/>
    <a:srgbClr val="F1CC4D"/>
    <a:srgbClr val="035160"/>
    <a:srgbClr val="FFC413"/>
    <a:srgbClr val="A6CFC0"/>
    <a:srgbClr val="96C6B5"/>
    <a:srgbClr val="E6F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62" autoAdjust="0"/>
  </p:normalViewPr>
  <p:slideViewPr>
    <p:cSldViewPr snapToGrid="0">
      <p:cViewPr>
        <p:scale>
          <a:sx n="70" d="100"/>
          <a:sy n="70" d="100"/>
        </p:scale>
        <p:origin x="-508" y="-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3938CE-C6EB-4A60-B444-C53A90DB26E5}" type="doc">
      <dgm:prSet loTypeId="urn:microsoft.com/office/officeart/2005/8/layout/radial6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E37B294-B7C0-4B52-B85D-A15488C54C82}">
      <dgm:prSet phldrT="[Text]"/>
      <dgm:spPr/>
      <dgm:t>
        <a:bodyPr/>
        <a:lstStyle/>
        <a:p>
          <a:r>
            <a:rPr lang="en-US" dirty="0"/>
            <a:t>Loop</a:t>
          </a:r>
        </a:p>
      </dgm:t>
    </dgm:pt>
    <dgm:pt modelId="{0656E413-50EA-4123-93FB-675F6B3F19B8}" type="parTrans" cxnId="{2FF926EC-0A03-44D9-8F4D-216D210A62EA}">
      <dgm:prSet/>
      <dgm:spPr/>
      <dgm:t>
        <a:bodyPr/>
        <a:lstStyle/>
        <a:p>
          <a:endParaRPr lang="en-US"/>
        </a:p>
      </dgm:t>
    </dgm:pt>
    <dgm:pt modelId="{ADC916D5-4F93-4631-BEB6-1FDAA1DFAD70}" type="sibTrans" cxnId="{2FF926EC-0A03-44D9-8F4D-216D210A62EA}">
      <dgm:prSet/>
      <dgm:spPr/>
      <dgm:t>
        <a:bodyPr/>
        <a:lstStyle/>
        <a:p>
          <a:endParaRPr lang="en-US"/>
        </a:p>
      </dgm:t>
    </dgm:pt>
    <dgm:pt modelId="{5D07764C-0B5A-4F59-9C89-7F0ED23EAB79}">
      <dgm:prSet phldrT="[Text]"/>
      <dgm:spPr/>
      <dgm:t>
        <a:bodyPr/>
        <a:lstStyle/>
        <a:p>
          <a:r>
            <a:rPr lang="en-US" dirty="0"/>
            <a:t>for</a:t>
          </a:r>
        </a:p>
      </dgm:t>
    </dgm:pt>
    <dgm:pt modelId="{25EB8A23-B30A-41B0-BDF9-A3C5BFD0BFC1}" type="parTrans" cxnId="{32D7D1EC-7C94-4EF7-AA07-8350B622ECA1}">
      <dgm:prSet/>
      <dgm:spPr/>
      <dgm:t>
        <a:bodyPr/>
        <a:lstStyle/>
        <a:p>
          <a:endParaRPr lang="en-US"/>
        </a:p>
      </dgm:t>
    </dgm:pt>
    <dgm:pt modelId="{03176DD7-2CAD-42E4-AD61-320B789AD64D}" type="sibTrans" cxnId="{32D7D1EC-7C94-4EF7-AA07-8350B622ECA1}">
      <dgm:prSet/>
      <dgm:spPr/>
      <dgm:t>
        <a:bodyPr/>
        <a:lstStyle/>
        <a:p>
          <a:endParaRPr lang="en-US"/>
        </a:p>
      </dgm:t>
    </dgm:pt>
    <dgm:pt modelId="{5A09E685-F10B-4B7E-92BD-C52C5C1F309C}">
      <dgm:prSet phldrT="[Text]"/>
      <dgm:spPr/>
      <dgm:t>
        <a:bodyPr/>
        <a:lstStyle/>
        <a:p>
          <a:r>
            <a:rPr lang="en-US" dirty="0"/>
            <a:t>while</a:t>
          </a:r>
        </a:p>
      </dgm:t>
    </dgm:pt>
    <dgm:pt modelId="{6B1D66C1-3347-44D5-B793-31E85B4E73A5}" type="parTrans" cxnId="{1FE6FBB8-2F9C-4638-9AEF-E8BB348333F6}">
      <dgm:prSet/>
      <dgm:spPr/>
      <dgm:t>
        <a:bodyPr/>
        <a:lstStyle/>
        <a:p>
          <a:endParaRPr lang="en-US"/>
        </a:p>
      </dgm:t>
    </dgm:pt>
    <dgm:pt modelId="{4004FA1F-9E32-4CBA-931A-7F134E76DE87}" type="sibTrans" cxnId="{1FE6FBB8-2F9C-4638-9AEF-E8BB348333F6}">
      <dgm:prSet/>
      <dgm:spPr/>
      <dgm:t>
        <a:bodyPr/>
        <a:lstStyle/>
        <a:p>
          <a:endParaRPr lang="en-US"/>
        </a:p>
      </dgm:t>
    </dgm:pt>
    <dgm:pt modelId="{4E35413B-8523-4A89-83E2-3D2C30A67F4B}" type="pres">
      <dgm:prSet presAssocID="{CF3938CE-C6EB-4A60-B444-C53A90DB26E5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402CEB6-D5B0-48B7-86FF-087C2742EF8A}" type="pres">
      <dgm:prSet presAssocID="{4E37B294-B7C0-4B52-B85D-A15488C54C82}" presName="centerShape" presStyleLbl="node0" presStyleIdx="0" presStyleCnt="1"/>
      <dgm:spPr/>
      <dgm:t>
        <a:bodyPr/>
        <a:lstStyle/>
        <a:p>
          <a:endParaRPr lang="en-US"/>
        </a:p>
      </dgm:t>
    </dgm:pt>
    <dgm:pt modelId="{2C859AD6-BA31-434D-A11F-CF720AEAE138}" type="pres">
      <dgm:prSet presAssocID="{5D07764C-0B5A-4F59-9C89-7F0ED23EAB79}" presName="node" presStyleLbl="node1" presStyleIdx="0" presStyleCnt="2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6710ABF9-4D91-4F94-A7C7-CDBAC5B5D59F}" type="pres">
      <dgm:prSet presAssocID="{5D07764C-0B5A-4F59-9C89-7F0ED23EAB79}" presName="dummy" presStyleCnt="0"/>
      <dgm:spPr/>
    </dgm:pt>
    <dgm:pt modelId="{9FEE3617-C48E-4371-9C90-E3D8B33242DD}" type="pres">
      <dgm:prSet presAssocID="{03176DD7-2CAD-42E4-AD61-320B789AD64D}" presName="sibTrans" presStyleLbl="sibTrans2D1" presStyleIdx="0" presStyleCnt="2"/>
      <dgm:spPr/>
      <dgm:t>
        <a:bodyPr/>
        <a:lstStyle/>
        <a:p>
          <a:endParaRPr lang="en-US"/>
        </a:p>
      </dgm:t>
    </dgm:pt>
    <dgm:pt modelId="{03A18D82-B7DD-4C30-B9C2-2BE1166CBAE2}" type="pres">
      <dgm:prSet presAssocID="{5A09E685-F10B-4B7E-92BD-C52C5C1F309C}" presName="node" presStyleLbl="node1" presStyleIdx="1" presStyleCnt="2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48C93FC9-4319-4EDB-83F2-87BF08D7F691}" type="pres">
      <dgm:prSet presAssocID="{5A09E685-F10B-4B7E-92BD-C52C5C1F309C}" presName="dummy" presStyleCnt="0"/>
      <dgm:spPr/>
    </dgm:pt>
    <dgm:pt modelId="{B50D8DEC-A164-4E86-9634-19D4FDDF8523}" type="pres">
      <dgm:prSet presAssocID="{4004FA1F-9E32-4CBA-931A-7F134E76DE87}" presName="sibTrans" presStyleLbl="sibTrans2D1" presStyleIdx="1" presStyleCnt="2"/>
      <dgm:spPr/>
      <dgm:t>
        <a:bodyPr/>
        <a:lstStyle/>
        <a:p>
          <a:endParaRPr lang="en-US"/>
        </a:p>
      </dgm:t>
    </dgm:pt>
  </dgm:ptLst>
  <dgm:cxnLst>
    <dgm:cxn modelId="{607442D5-0638-4758-AB52-C8ED6EE14E72}" type="presOf" srcId="{4004FA1F-9E32-4CBA-931A-7F134E76DE87}" destId="{B50D8DEC-A164-4E86-9634-19D4FDDF8523}" srcOrd="0" destOrd="0" presId="urn:microsoft.com/office/officeart/2005/8/layout/radial6"/>
    <dgm:cxn modelId="{9BAC08BB-270B-4412-88C5-B1455DBD8C7D}" type="presOf" srcId="{03176DD7-2CAD-42E4-AD61-320B789AD64D}" destId="{9FEE3617-C48E-4371-9C90-E3D8B33242DD}" srcOrd="0" destOrd="0" presId="urn:microsoft.com/office/officeart/2005/8/layout/radial6"/>
    <dgm:cxn modelId="{2F81AC80-5E8E-4CB3-A3AF-93F71546F2A3}" type="presOf" srcId="{CF3938CE-C6EB-4A60-B444-C53A90DB26E5}" destId="{4E35413B-8523-4A89-83E2-3D2C30A67F4B}" srcOrd="0" destOrd="0" presId="urn:microsoft.com/office/officeart/2005/8/layout/radial6"/>
    <dgm:cxn modelId="{44343B19-17A1-449C-A120-D9E04EF82E1F}" type="presOf" srcId="{5D07764C-0B5A-4F59-9C89-7F0ED23EAB79}" destId="{2C859AD6-BA31-434D-A11F-CF720AEAE138}" srcOrd="0" destOrd="0" presId="urn:microsoft.com/office/officeart/2005/8/layout/radial6"/>
    <dgm:cxn modelId="{CDC76640-3D0D-42E8-A3A8-8124DD0147EB}" type="presOf" srcId="{5A09E685-F10B-4B7E-92BD-C52C5C1F309C}" destId="{03A18D82-B7DD-4C30-B9C2-2BE1166CBAE2}" srcOrd="0" destOrd="0" presId="urn:microsoft.com/office/officeart/2005/8/layout/radial6"/>
    <dgm:cxn modelId="{2FF926EC-0A03-44D9-8F4D-216D210A62EA}" srcId="{CF3938CE-C6EB-4A60-B444-C53A90DB26E5}" destId="{4E37B294-B7C0-4B52-B85D-A15488C54C82}" srcOrd="0" destOrd="0" parTransId="{0656E413-50EA-4123-93FB-675F6B3F19B8}" sibTransId="{ADC916D5-4F93-4631-BEB6-1FDAA1DFAD70}"/>
    <dgm:cxn modelId="{1FE6FBB8-2F9C-4638-9AEF-E8BB348333F6}" srcId="{4E37B294-B7C0-4B52-B85D-A15488C54C82}" destId="{5A09E685-F10B-4B7E-92BD-C52C5C1F309C}" srcOrd="1" destOrd="0" parTransId="{6B1D66C1-3347-44D5-B793-31E85B4E73A5}" sibTransId="{4004FA1F-9E32-4CBA-931A-7F134E76DE87}"/>
    <dgm:cxn modelId="{2A20699D-1847-4030-BA4B-12BED24B469D}" type="presOf" srcId="{4E37B294-B7C0-4B52-B85D-A15488C54C82}" destId="{B402CEB6-D5B0-48B7-86FF-087C2742EF8A}" srcOrd="0" destOrd="0" presId="urn:microsoft.com/office/officeart/2005/8/layout/radial6"/>
    <dgm:cxn modelId="{32D7D1EC-7C94-4EF7-AA07-8350B622ECA1}" srcId="{4E37B294-B7C0-4B52-B85D-A15488C54C82}" destId="{5D07764C-0B5A-4F59-9C89-7F0ED23EAB79}" srcOrd="0" destOrd="0" parTransId="{25EB8A23-B30A-41B0-BDF9-A3C5BFD0BFC1}" sibTransId="{03176DD7-2CAD-42E4-AD61-320B789AD64D}"/>
    <dgm:cxn modelId="{808058F4-9DEF-4F8C-80C7-B5728D125E20}" type="presParOf" srcId="{4E35413B-8523-4A89-83E2-3D2C30A67F4B}" destId="{B402CEB6-D5B0-48B7-86FF-087C2742EF8A}" srcOrd="0" destOrd="0" presId="urn:microsoft.com/office/officeart/2005/8/layout/radial6"/>
    <dgm:cxn modelId="{EF1DD880-219B-49C8-9BC4-4FCF0D6B65D0}" type="presParOf" srcId="{4E35413B-8523-4A89-83E2-3D2C30A67F4B}" destId="{2C859AD6-BA31-434D-A11F-CF720AEAE138}" srcOrd="1" destOrd="0" presId="urn:microsoft.com/office/officeart/2005/8/layout/radial6"/>
    <dgm:cxn modelId="{902D6587-6377-4319-8C4F-EA52932E2CB2}" type="presParOf" srcId="{4E35413B-8523-4A89-83E2-3D2C30A67F4B}" destId="{6710ABF9-4D91-4F94-A7C7-CDBAC5B5D59F}" srcOrd="2" destOrd="0" presId="urn:microsoft.com/office/officeart/2005/8/layout/radial6"/>
    <dgm:cxn modelId="{6DCA1819-657E-42BB-959C-F91B6CD2DFA3}" type="presParOf" srcId="{4E35413B-8523-4A89-83E2-3D2C30A67F4B}" destId="{9FEE3617-C48E-4371-9C90-E3D8B33242DD}" srcOrd="3" destOrd="0" presId="urn:microsoft.com/office/officeart/2005/8/layout/radial6"/>
    <dgm:cxn modelId="{A8670C5D-056A-4B71-B413-7211FD7D1508}" type="presParOf" srcId="{4E35413B-8523-4A89-83E2-3D2C30A67F4B}" destId="{03A18D82-B7DD-4C30-B9C2-2BE1166CBAE2}" srcOrd="4" destOrd="0" presId="urn:microsoft.com/office/officeart/2005/8/layout/radial6"/>
    <dgm:cxn modelId="{190DC3FD-1395-4D81-ABE4-E8830EA582F1}" type="presParOf" srcId="{4E35413B-8523-4A89-83E2-3D2C30A67F4B}" destId="{48C93FC9-4319-4EDB-83F2-87BF08D7F691}" srcOrd="5" destOrd="0" presId="urn:microsoft.com/office/officeart/2005/8/layout/radial6"/>
    <dgm:cxn modelId="{F8656997-89D1-4A17-8A13-DA06233460EF}" type="presParOf" srcId="{4E35413B-8523-4A89-83E2-3D2C30A67F4B}" destId="{B50D8DEC-A164-4E86-9634-19D4FDDF8523}" srcOrd="6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0D8DEC-A164-4E86-9634-19D4FDDF8523}">
      <dsp:nvSpPr>
        <dsp:cNvPr id="0" name=""/>
        <dsp:cNvSpPr/>
      </dsp:nvSpPr>
      <dsp:spPr>
        <a:xfrm>
          <a:off x="1785827" y="439932"/>
          <a:ext cx="2938156" cy="2938156"/>
        </a:xfrm>
        <a:prstGeom prst="blockArc">
          <a:avLst>
            <a:gd name="adj1" fmla="val 5400000"/>
            <a:gd name="adj2" fmla="val 16200000"/>
            <a:gd name="adj3" fmla="val 4635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EE3617-C48E-4371-9C90-E3D8B33242DD}">
      <dsp:nvSpPr>
        <dsp:cNvPr id="0" name=""/>
        <dsp:cNvSpPr/>
      </dsp:nvSpPr>
      <dsp:spPr>
        <a:xfrm>
          <a:off x="1785827" y="439932"/>
          <a:ext cx="2938156" cy="2938156"/>
        </a:xfrm>
        <a:prstGeom prst="blockArc">
          <a:avLst>
            <a:gd name="adj1" fmla="val 16200000"/>
            <a:gd name="adj2" fmla="val 5400000"/>
            <a:gd name="adj3" fmla="val 4635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02CEB6-D5B0-48B7-86FF-087C2742EF8A}">
      <dsp:nvSpPr>
        <dsp:cNvPr id="0" name=""/>
        <dsp:cNvSpPr/>
      </dsp:nvSpPr>
      <dsp:spPr>
        <a:xfrm>
          <a:off x="2579449" y="1233554"/>
          <a:ext cx="1350912" cy="13509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/>
            <a:t>Loop</a:t>
          </a:r>
        </a:p>
      </dsp:txBody>
      <dsp:txXfrm>
        <a:off x="2777285" y="1431390"/>
        <a:ext cx="955240" cy="955240"/>
      </dsp:txXfrm>
    </dsp:sp>
    <dsp:sp modelId="{2C859AD6-BA31-434D-A11F-CF720AEAE138}">
      <dsp:nvSpPr>
        <dsp:cNvPr id="0" name=""/>
        <dsp:cNvSpPr/>
      </dsp:nvSpPr>
      <dsp:spPr>
        <a:xfrm>
          <a:off x="2782085" y="1156"/>
          <a:ext cx="945639" cy="9456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/>
            <a:t>for</a:t>
          </a:r>
        </a:p>
      </dsp:txBody>
      <dsp:txXfrm>
        <a:off x="2828247" y="47318"/>
        <a:ext cx="853315" cy="853315"/>
      </dsp:txXfrm>
    </dsp:sp>
    <dsp:sp modelId="{03A18D82-B7DD-4C30-B9C2-2BE1166CBAE2}">
      <dsp:nvSpPr>
        <dsp:cNvPr id="0" name=""/>
        <dsp:cNvSpPr/>
      </dsp:nvSpPr>
      <dsp:spPr>
        <a:xfrm>
          <a:off x="2782085" y="2871226"/>
          <a:ext cx="945639" cy="94563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/>
            <a:t>while</a:t>
          </a:r>
        </a:p>
      </dsp:txBody>
      <dsp:txXfrm>
        <a:off x="2828247" y="2917388"/>
        <a:ext cx="853315" cy="8533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6413C-5640-4591-8597-7AD8B522C11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C05C77-B9A4-49A2-9319-63F104159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87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3FEB1A2-1F48-04FA-8223-196024163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3BFAD7F-5F51-397C-2867-796A5F095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59496631-CAF9-46A3-A801-A08A21919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E2D2FAA-BB86-5BC7-BF12-6B7CB3EFE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433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024010C-EF1E-FB89-A165-0CFF03108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3B5B882B-ECA3-52ED-06F6-4F6CDC89A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3EC1491-1C0A-EBE6-2D7B-0FAD7093D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488D3F5-3BBE-85F2-1ADC-2FCCBED34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01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9C39A03-EB39-8A07-452B-13B9A30FF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2CF1FB3-EE25-1B22-737E-4A39D10CA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6D2CE83-66A6-6057-3188-53DB0BB91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530E155-7DF5-9435-EE7E-AFC503902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79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184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Relationship Id="rId9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Relationship Id="rId9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Relationship Id="rId9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jpeg"/><Relationship Id="rId4" Type="http://schemas.openxmlformats.org/officeDocument/2006/relationships/image" Target="../media/image13.png"/><Relationship Id="rId9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Relationship Id="rId9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5.jpe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9B7CAB7-9612-1BB0-A2EC-06CE1AAB55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649D6C7-11B3-C738-1510-DBE16DB04E08}"/>
              </a:ext>
            </a:extLst>
          </p:cNvPr>
          <p:cNvSpPr/>
          <p:nvPr userDrawn="1"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xmlns="" id="{51191BAE-7C5B-0A80-6F2D-D0190D18E234}"/>
              </a:ext>
            </a:extLst>
          </p:cNvPr>
          <p:cNvSpPr/>
          <p:nvPr userDrawn="1"/>
        </p:nvSpPr>
        <p:spPr>
          <a:xfrm>
            <a:off x="872309" y="1646645"/>
            <a:ext cx="3352800" cy="478972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5E056488-6100-84A2-6A94-AE41407EDA0D}"/>
              </a:ext>
            </a:extLst>
          </p:cNvPr>
          <p:cNvGrpSpPr/>
          <p:nvPr userDrawn="1"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  <a:solidFill>
            <a:schemeClr val="bg2">
              <a:lumMod val="50000"/>
            </a:schemeClr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xmlns="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xmlns="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xmlns="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46FBD-D7EA-4B09-0A6F-0F777842C1C0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843640"/>
            <a:ext cx="9144000" cy="1170717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78" name="Parallelogram 1377">
            <a:extLst>
              <a:ext uri="{FF2B5EF4-FFF2-40B4-BE49-F238E27FC236}">
                <a16:creationId xmlns:a16="http://schemas.microsoft.com/office/drawing/2014/main" xmlns="" id="{84335B70-DF9C-CC22-1C4C-D0D0A7A2C9D2}"/>
              </a:ext>
            </a:extLst>
          </p:cNvPr>
          <p:cNvSpPr/>
          <p:nvPr userDrawn="1"/>
        </p:nvSpPr>
        <p:spPr>
          <a:xfrm>
            <a:off x="830218" y="1571171"/>
            <a:ext cx="3352800" cy="478972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0" name="Group 1379">
            <a:extLst>
              <a:ext uri="{FF2B5EF4-FFF2-40B4-BE49-F238E27FC236}">
                <a16:creationId xmlns:a16="http://schemas.microsoft.com/office/drawing/2014/main" xmlns="" id="{18E139F5-CAB4-E9C9-03CF-6506671E67D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381" name="Straight Connector 1380">
              <a:extLst>
                <a:ext uri="{FF2B5EF4-FFF2-40B4-BE49-F238E27FC236}">
                  <a16:creationId xmlns:a16="http://schemas.microsoft.com/office/drawing/2014/main" xmlns="" id="{102DA1AC-8CA2-BCAE-3CF1-CBEFFFD813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Straight Connector 1381">
              <a:extLst>
                <a:ext uri="{FF2B5EF4-FFF2-40B4-BE49-F238E27FC236}">
                  <a16:creationId xmlns:a16="http://schemas.microsoft.com/office/drawing/2014/main" xmlns="" id="{2F2C9467-A5F5-68BC-D665-80CF553A55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Straight Connector 1382">
              <a:extLst>
                <a:ext uri="{FF2B5EF4-FFF2-40B4-BE49-F238E27FC236}">
                  <a16:creationId xmlns:a16="http://schemas.microsoft.com/office/drawing/2014/main" xmlns="" id="{7DDE37CA-6CA8-91A5-0964-16E09EC980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F17C2C83-5B4B-A658-7B91-3CE3541E94DF}"/>
              </a:ext>
            </a:extLst>
          </p:cNvPr>
          <p:cNvGrpSpPr/>
          <p:nvPr userDrawn="1"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1028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FC39FE0-99F6-CC7E-B041-EC521B1BF8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7681" y="6183837"/>
              <a:ext cx="546282" cy="544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Django Icon #266158 - Free Icons Library">
              <a:extLst>
                <a:ext uri="{FF2B5EF4-FFF2-40B4-BE49-F238E27FC236}">
                  <a16:creationId xmlns:a16="http://schemas.microsoft.com/office/drawing/2014/main" xmlns="" id="{27AEB5A1-FA25-7B4D-CFD0-FBBF6253F81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6790832" y="6183837"/>
              <a:ext cx="549981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B633183F-EBC5-D171-8FF5-9915EC5D6446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B1427CF-405C-6829-726C-98A3856722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A04F4E1-CA26-7C1E-C1D7-26C243592D5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B9EFAAA-0989-4A24-68C4-790FD43440F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4CA33C0-5D5A-1910-CD8C-CA7BE6E9604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59C55F3-BCC6-F9D0-9ABB-1F8576622B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44CDEC1-B176-DB97-4A57-FC43D7F02A5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D043D98-F0A5-C838-F2A1-95821F6021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02485" y="5158622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DC6B5B4-2F74-D9EC-D039-D3727E905A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3D0CA6F-CCA5-1C22-4F89-C02126D39F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29C3376-AE93-D01C-5830-BA4AB452FE4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68546" y="1397768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BC915B9-4166-C586-8D4B-D6987653EA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536BE4B-0D59-0A21-8677-1653E9A86AA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68ECA9C-BB31-4BB0-BF9A-9D0043D412F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C0BB765D-CAAE-4E01-7835-EC7B57B2198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E375847-5A52-48E6-9845-FF2B762803B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F74EC4E-81C1-19A0-A7D6-DFD7028AC9B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9F6BF39-C008-733B-704C-F71C61133C4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Google Shape;82;p24">
            <a:extLst>
              <a:ext uri="{FF2B5EF4-FFF2-40B4-BE49-F238E27FC236}">
                <a16:creationId xmlns:a16="http://schemas.microsoft.com/office/drawing/2014/main" xmlns="" id="{939AB8A8-8D2A-A013-67EB-C4E197A2B203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54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 with Left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F847877-5D6B-7E1F-1910-95A2DE69C1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2606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D1BD198B-9F33-990A-63F4-89329A571653}"/>
              </a:ext>
            </a:extLst>
          </p:cNvPr>
          <p:cNvSpPr/>
          <p:nvPr userDrawn="1"/>
        </p:nvSpPr>
        <p:spPr>
          <a:xfrm>
            <a:off x="1311590" y="1365250"/>
            <a:ext cx="1864038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71850" y="2379789"/>
            <a:ext cx="826135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71850" y="3550506"/>
            <a:ext cx="826135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67799B20-E6CC-B71E-C7D0-7E5636457248}"/>
              </a:ext>
            </a:extLst>
          </p:cNvPr>
          <p:cNvGrpSpPr/>
          <p:nvPr userDrawn="1"/>
        </p:nvGrpSpPr>
        <p:grpSpPr>
          <a:xfrm>
            <a:off x="1771681" y="2363916"/>
            <a:ext cx="943855" cy="2130168"/>
            <a:chOff x="1950885" y="4827717"/>
            <a:chExt cx="458999" cy="1035906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xmlns="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50885" y="5406423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BD17C2E8-5C61-D760-DCB2-DB31DA7E912E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2675288-14E1-8ADC-6E7E-8D3DF45BE80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AE8CC54-6792-17F8-D3C9-4A99D1D935E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5FEFFF2-2FB9-013F-F6F9-96E63237EBC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3097202-1921-D6B5-6904-3E8473D308C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65B4D36-31BD-2B11-7091-0C619DFF93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60C04F2-F462-CEE1-9E14-E8151C4DA8E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FCD9DF6-1793-1128-30BC-DA7B29573F6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44D1F40-9288-A7A2-C163-51168B15EB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FE4014B-1F1D-F7B0-FED8-E76E76636A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F831050-0D74-D02E-2CEE-307F17E58B1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2036875-E85B-466F-2452-B0409C38C97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E01668D-867A-25BA-3259-8C8D51BB45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9B7FAF6-7C20-DAD7-700E-F5A7B83DAAB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265E2A4-F29F-8C32-F8AD-61A29C9B1D3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AFFA4C9-DB73-C7DB-AA0D-30F15D23E42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9B4CEEF-A15F-EA54-A0E6-9054241D368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B9BD0E5-C11A-AA1D-EC3E-61D0D0C3086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Rectangle: Single Corner Rounded 28">
            <a:extLst>
              <a:ext uri="{FF2B5EF4-FFF2-40B4-BE49-F238E27FC236}">
                <a16:creationId xmlns:a16="http://schemas.microsoft.com/office/drawing/2014/main" xmlns="" id="{43BA5D5C-7867-1634-4DB9-18CED4FEF7D9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1CCED47-A41C-516D-F607-824EF0EB2BE8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920815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ecture N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0A53CA52-31B9-3A77-2823-E105AD74D8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1437CE62-271A-52C6-9C2A-A245E26BA299}"/>
              </a:ext>
            </a:extLst>
          </p:cNvPr>
          <p:cNvCxnSpPr>
            <a:cxnSpLocks/>
          </p:cNvCxnSpPr>
          <p:nvPr userDrawn="1"/>
        </p:nvCxnSpPr>
        <p:spPr>
          <a:xfrm>
            <a:off x="2063750" y="3096483"/>
            <a:ext cx="12827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35">
            <a:extLst>
              <a:ext uri="{FF2B5EF4-FFF2-40B4-BE49-F238E27FC236}">
                <a16:creationId xmlns:a16="http://schemas.microsoft.com/office/drawing/2014/main" xmlns="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51050" y="2542620"/>
            <a:ext cx="1282700" cy="5588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xmlns="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67799B20-E6CC-B71E-C7D0-7E5636457248}"/>
              </a:ext>
            </a:extLst>
          </p:cNvPr>
          <p:cNvGrpSpPr/>
          <p:nvPr userDrawn="1"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xmlns="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0DB26DF6-9475-9193-1ABA-DCCB2E39B4B0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B2DC3E2-513C-2FC0-A79B-AA2D4107228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FA83FBD-9BAB-FF7F-E029-9BA4EBE075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1AAD538-FF94-65D4-4C5E-30DD890783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3B8C9B5-F5A9-3BCA-909D-8F6FC85578D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257332A-CE3C-09E7-EE65-A670DBADFC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4E14C98-7284-C5BC-6D77-C05C6D4BC0D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D2FF988-C167-702C-EC57-1A0001C0DD3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6485F8C-5277-B97B-52FA-B6366EB93E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694840C-316F-D2BA-321F-651A3EBD57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ADD3ECF-D3D5-EAC5-411F-E13E13301A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4BB5171-7BA9-E2F2-C2A9-DD58651CDF1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CED1A7A3-B815-71DC-9D32-9ABD788CDA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CA931C7-9424-829E-4CB9-2868DF5AF0D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A908515-A8E6-6AF5-22BC-3CA2DE55AD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04036C4-BCF4-00D8-85F5-BFF24B5CAEE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735749C-98ED-1D52-D759-A43399C079A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4D0BBF1-0096-3974-2366-DA7603219AE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Rectangle: Single Corner Rounded 30">
            <a:extLst>
              <a:ext uri="{FF2B5EF4-FFF2-40B4-BE49-F238E27FC236}">
                <a16:creationId xmlns:a16="http://schemas.microsoft.com/office/drawing/2014/main" xmlns="" id="{749464A5-FC53-CB85-A728-217E6696E5A3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E04C8371-F443-1F1B-34A0-A3A7DD2B426C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13284095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D96BEA09-0983-13EF-017F-E168EAC9C3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xmlns="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xmlns="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D7C1F87D-D409-F070-539D-F55A3A6314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99" name="Group 4098">
            <a:extLst>
              <a:ext uri="{FF2B5EF4-FFF2-40B4-BE49-F238E27FC236}">
                <a16:creationId xmlns:a16="http://schemas.microsoft.com/office/drawing/2014/main" xmlns="" id="{FA0F5532-CEFD-DD01-3C61-7C7BF58704CD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A7441D8B-0A58-19FB-F5E0-2EC0933BF08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4499C0E-5B25-DFA7-3BF0-1ADA8930B3B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2660B8D-0147-A7AE-C2DB-27D8A8B65BB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3527535-22ED-8539-7B16-0CF5347C3A9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92D96E9-8A64-0879-2D3D-37798FB195A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01D60CF-033F-1D8F-61C2-B4199336D4B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7BD762B-C204-08C9-8638-1519DDDC1C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F51B538-5CA3-E2D8-AEF9-2212CC86026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205D912-E0CB-2A83-56D1-F7957BAE6CC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ABEC6B6-5F4B-2EA6-A409-19F91C2901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3F15070-1191-9EAF-E085-52C88E9F89C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544368E-82E6-63D3-A0D0-653CAEF1E7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80D23E49-2470-7FDA-27B3-522A3D070A2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9F63876-6F02-61B8-027A-3DA41FAE3D4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8211E1D1-DAB6-3006-023F-A7036481263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332AE41-DE54-00AB-1F67-C74C9B273A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F7E6F3F-CE48-9EA0-B0DA-87DB0CD201D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Arial Black" panose="020B0A04020102020204" pitchFamily="34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Google Shape;82;p24">
            <a:extLst>
              <a:ext uri="{FF2B5EF4-FFF2-40B4-BE49-F238E27FC236}">
                <a16:creationId xmlns:a16="http://schemas.microsoft.com/office/drawing/2014/main" xmlns="" id="{5217E10A-CA63-7A57-03CB-9061CD99B1F2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8341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out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2F6B822-4878-CE66-7914-B9E9D84C36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097" name="Group 4096">
            <a:extLst>
              <a:ext uri="{FF2B5EF4-FFF2-40B4-BE49-F238E27FC236}">
                <a16:creationId xmlns:a16="http://schemas.microsoft.com/office/drawing/2014/main" xmlns="" id="{03245A72-678A-458C-04E8-FFFECEBCFF08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09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813B801-927E-41EF-E02A-C398474DF0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9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4768EDF-C4F7-EE70-2452-DA34FAD43A4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1F19D82-B836-AEB3-199F-964897E06B5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D534662-92A1-EF8A-2498-E0A9CE0C766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7442E89-295C-84D6-CF2C-E9F77F887B5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0B096B7-93D7-04DD-85B3-ED370A1B7F3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04253CE-6429-6222-0EB5-262CC0CA20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99EFC06-ECCA-24D3-6B58-669DB109E7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B5714F2-44F7-8A13-FFC2-96636CF4816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3E2BE3A-9459-8B43-3B96-94255A2A8CC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922DF5F-0D6F-72C2-006D-8A06723FCD1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42A20B5-85A2-B92C-666F-0F03F69A073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4219F12-99D3-9621-34F2-540A9AD61CA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40E4C70-DA73-269B-37B0-476783D4BD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6C7E3F3-66B5-F596-12C8-C3C50F0724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6AB8705-8B3D-C217-A81C-5F9CF63A029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2F325EA-8E70-A44B-4B9E-04286285621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096" name="Text Placeholder 3">
            <a:extLst>
              <a:ext uri="{FF2B5EF4-FFF2-40B4-BE49-F238E27FC236}">
                <a16:creationId xmlns:a16="http://schemas.microsoft.com/office/drawing/2014/main" xmlns="" id="{B56125E8-88A8-608F-3323-4FDE51F03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Google Shape;82;p24">
            <a:extLst>
              <a:ext uri="{FF2B5EF4-FFF2-40B4-BE49-F238E27FC236}">
                <a16:creationId xmlns:a16="http://schemas.microsoft.com/office/drawing/2014/main" xmlns="" id="{61FC9036-995B-EA9F-9472-E98C0D17A70C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3496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649D6C7-11B3-C738-1510-DBE16DB04E08}"/>
              </a:ext>
            </a:extLst>
          </p:cNvPr>
          <p:cNvSpPr/>
          <p:nvPr userDrawn="1"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xmlns="" id="{51191BAE-7C5B-0A80-6F2D-D0190D18E234}"/>
              </a:ext>
            </a:extLst>
          </p:cNvPr>
          <p:cNvSpPr/>
          <p:nvPr userDrawn="1"/>
        </p:nvSpPr>
        <p:spPr>
          <a:xfrm>
            <a:off x="872309" y="1646645"/>
            <a:ext cx="3352800" cy="478972"/>
          </a:xfrm>
          <a:prstGeom prst="parallelogram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5E056488-6100-84A2-6A94-AE41407EDA0D}"/>
              </a:ext>
            </a:extLst>
          </p:cNvPr>
          <p:cNvGrpSpPr/>
          <p:nvPr userDrawn="1"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  <a:solidFill>
            <a:srgbClr val="A6CFC0"/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xmlns="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xmlns="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xmlns="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46FBD-D7EA-4B09-0A6F-0F777842C1C0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843640"/>
            <a:ext cx="9144000" cy="1170717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rgbClr val="A6CF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78" name="Parallelogram 1377">
            <a:extLst>
              <a:ext uri="{FF2B5EF4-FFF2-40B4-BE49-F238E27FC236}">
                <a16:creationId xmlns:a16="http://schemas.microsoft.com/office/drawing/2014/main" xmlns="" id="{84335B70-DF9C-CC22-1C4C-D0D0A7A2C9D2}"/>
              </a:ext>
            </a:extLst>
          </p:cNvPr>
          <p:cNvSpPr/>
          <p:nvPr userDrawn="1"/>
        </p:nvSpPr>
        <p:spPr>
          <a:xfrm>
            <a:off x="830218" y="1571171"/>
            <a:ext cx="3352800" cy="478972"/>
          </a:xfrm>
          <a:prstGeom prst="parallelogram">
            <a:avLst/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0" name="Group 1379">
            <a:extLst>
              <a:ext uri="{FF2B5EF4-FFF2-40B4-BE49-F238E27FC236}">
                <a16:creationId xmlns:a16="http://schemas.microsoft.com/office/drawing/2014/main" xmlns="" id="{18E139F5-CAB4-E9C9-03CF-6506671E67D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381" name="Straight Connector 1380">
              <a:extLst>
                <a:ext uri="{FF2B5EF4-FFF2-40B4-BE49-F238E27FC236}">
                  <a16:creationId xmlns:a16="http://schemas.microsoft.com/office/drawing/2014/main" xmlns="" id="{102DA1AC-8CA2-BCAE-3CF1-CBEFFFD813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Straight Connector 1381">
              <a:extLst>
                <a:ext uri="{FF2B5EF4-FFF2-40B4-BE49-F238E27FC236}">
                  <a16:creationId xmlns:a16="http://schemas.microsoft.com/office/drawing/2014/main" xmlns="" id="{2F2C9467-A5F5-68BC-D665-80CF553A55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Straight Connector 1382">
              <a:extLst>
                <a:ext uri="{FF2B5EF4-FFF2-40B4-BE49-F238E27FC236}">
                  <a16:creationId xmlns:a16="http://schemas.microsoft.com/office/drawing/2014/main" xmlns="" id="{7DDE37CA-6CA8-91A5-0964-16E09EC980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rgbClr val="A6CF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BFC48E4-526E-5AA8-9063-C3C53F66B11D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F17C2C83-5B4B-A658-7B91-3CE3541E94DF}"/>
              </a:ext>
            </a:extLst>
          </p:cNvPr>
          <p:cNvGrpSpPr/>
          <p:nvPr userDrawn="1"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1028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FC39FE0-99F6-CC7E-B041-EC521B1BF8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7681" y="6183837"/>
              <a:ext cx="546282" cy="544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Django Icon #266158 - Free Icons Library">
              <a:extLst>
                <a:ext uri="{FF2B5EF4-FFF2-40B4-BE49-F238E27FC236}">
                  <a16:creationId xmlns:a16="http://schemas.microsoft.com/office/drawing/2014/main" xmlns="" id="{27AEB5A1-FA25-7B4D-CFD0-FBBF6253F81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6790832" y="6183837"/>
              <a:ext cx="549981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76316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xmlns="" id="{155AE037-307C-43CB-509A-1F04F35A27D8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86F0732-8C92-50E8-89E7-B4560E098B1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05DA643-1D33-85CD-0B24-588715F478C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074E181-92B6-34AA-00AB-C546432B509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8D2EC3B-BE31-9CA0-D7CA-D98000EDFC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ECE8B94-7432-0F97-B1DE-D597B0E299E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3593981" y="5667375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497E498-B404-F0D7-710D-A8CD4771A69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E2D0145-EC93-D150-8EFC-A3D8C3F4F57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AA6DC107-7FCE-B767-2477-E6478CE2662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CF5B8F29-B3E4-8CE0-7A82-640677705D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8A5107B-2F86-CF04-2EBE-1DDD9AEF89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3C87772-2447-0DE2-A78C-C3FD2A41A1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267072" y="211228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6A7A5FD-94FB-CCA2-799E-615F863942B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FE10F7A-4484-5527-C538-83542C90965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9772FAE-66C6-2CB6-8195-DAF6FD39330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7D3E21B-56E4-0D64-A07B-D6F4FB97A0E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EB126CE-8B1F-EC26-8B9F-2128AEB2F79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46B5CE0-F3B2-3645-E740-2234C862017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FB89EC3-9DF1-A1E4-BEA2-36B1DF87EEB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649D6C7-11B3-C738-1510-DBE16DB04E08}"/>
              </a:ext>
            </a:extLst>
          </p:cNvPr>
          <p:cNvSpPr/>
          <p:nvPr userDrawn="1"/>
        </p:nvSpPr>
        <p:spPr>
          <a:xfrm>
            <a:off x="0" y="20029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5E056488-6100-84A2-6A94-AE41407EDA0D}"/>
              </a:ext>
            </a:extLst>
          </p:cNvPr>
          <p:cNvGrpSpPr/>
          <p:nvPr userDrawn="1"/>
        </p:nvGrpSpPr>
        <p:grpSpPr>
          <a:xfrm>
            <a:off x="10582731" y="4573911"/>
            <a:ext cx="1090382" cy="696686"/>
            <a:chOff x="10495645" y="4630059"/>
            <a:chExt cx="1090382" cy="696686"/>
          </a:xfrm>
          <a:solidFill>
            <a:srgbClr val="A6CFC0"/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xmlns="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xmlns="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xmlns="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8" name="Picture 4" descr="Python Logo PNG Transparent – Brands Logos">
            <a:extLst>
              <a:ext uri="{FF2B5EF4-FFF2-40B4-BE49-F238E27FC236}">
                <a16:creationId xmlns:a16="http://schemas.microsoft.com/office/drawing/2014/main" xmlns="" id="{AFC39FE0-99F6-CC7E-B041-EC521B1BF8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655" y="5831621"/>
            <a:ext cx="640080" cy="637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B9BC8F41-9136-3ED4-4F03-CF175CCAF15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xmlns="" id="{D3A1D6C1-4927-89A7-B434-47814B8B16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D0906518-0E81-A82C-A4FE-D0AFAFF590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04B67E23-C6E6-355A-CCE3-E7EAB68EFF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rgbClr val="A6CF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46FBD-D7EA-4B09-0A6F-0F777842C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97677" y="2566833"/>
            <a:ext cx="7019744" cy="937126"/>
          </a:xfrm>
        </p:spPr>
        <p:txBody>
          <a:bodyPr anchor="ctr">
            <a:noAutofit/>
          </a:bodyPr>
          <a:lstStyle>
            <a:lvl1pPr algn="ctr">
              <a:defRPr sz="4000" b="1">
                <a:solidFill>
                  <a:srgbClr val="A6CF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0A4EEA-AAE7-5304-5111-D6F94C69A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7678" y="3716333"/>
            <a:ext cx="7019742" cy="64520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6B297A53-70DA-A52B-2748-3024E24D9B08}"/>
              </a:ext>
            </a:extLst>
          </p:cNvPr>
          <p:cNvGrpSpPr/>
          <p:nvPr userDrawn="1"/>
        </p:nvGrpSpPr>
        <p:grpSpPr>
          <a:xfrm>
            <a:off x="0" y="1792513"/>
            <a:ext cx="3675742" cy="3323772"/>
            <a:chOff x="0" y="1979288"/>
            <a:chExt cx="3675742" cy="3323772"/>
          </a:xfrm>
          <a:solidFill>
            <a:srgbClr val="A6CFC0"/>
          </a:solidFill>
        </p:grpSpPr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xmlns="" id="{51191BAE-7C5B-0A80-6F2D-D0190D18E234}"/>
                </a:ext>
              </a:extLst>
            </p:cNvPr>
            <p:cNvSpPr/>
            <p:nvPr userDrawn="1"/>
          </p:nvSpPr>
          <p:spPr>
            <a:xfrm>
              <a:off x="963840" y="1979288"/>
              <a:ext cx="1778000" cy="3323772"/>
            </a:xfrm>
            <a:prstGeom prst="parallelogram">
              <a:avLst>
                <a:gd name="adj" fmla="val 6792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xmlns="" id="{224FF31A-CFCE-BDA2-29CB-B2CEBAB251BD}"/>
                </a:ext>
              </a:extLst>
            </p:cNvPr>
            <p:cNvSpPr/>
            <p:nvPr userDrawn="1"/>
          </p:nvSpPr>
          <p:spPr>
            <a:xfrm>
              <a:off x="1897742" y="1979288"/>
              <a:ext cx="1778000" cy="3323772"/>
            </a:xfrm>
            <a:prstGeom prst="parallelogram">
              <a:avLst>
                <a:gd name="adj" fmla="val 6792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xmlns="" id="{1D78F709-B334-E3FB-9A69-18FE7DB7BFFB}"/>
                </a:ext>
              </a:extLst>
            </p:cNvPr>
            <p:cNvSpPr/>
            <p:nvPr userDrawn="1"/>
          </p:nvSpPr>
          <p:spPr>
            <a:xfrm>
              <a:off x="0" y="1980649"/>
              <a:ext cx="1866900" cy="3321050"/>
            </a:xfrm>
            <a:custGeom>
              <a:avLst/>
              <a:gdLst>
                <a:gd name="connsiteX0" fmla="*/ 1866900 w 1866900"/>
                <a:gd name="connsiteY0" fmla="*/ 0 h 3321050"/>
                <a:gd name="connsiteX1" fmla="*/ 0 w 1866900"/>
                <a:gd name="connsiteY1" fmla="*/ 0 h 3321050"/>
                <a:gd name="connsiteX2" fmla="*/ 0 w 1866900"/>
                <a:gd name="connsiteY2" fmla="*/ 3321050 h 3321050"/>
                <a:gd name="connsiteX3" fmla="*/ 679450 w 1866900"/>
                <a:gd name="connsiteY3" fmla="*/ 3321050 h 3321050"/>
                <a:gd name="connsiteX4" fmla="*/ 1866900 w 1866900"/>
                <a:gd name="connsiteY4" fmla="*/ 0 h 332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6900" h="3321050">
                  <a:moveTo>
                    <a:pt x="1866900" y="0"/>
                  </a:moveTo>
                  <a:lnTo>
                    <a:pt x="0" y="0"/>
                  </a:lnTo>
                  <a:lnTo>
                    <a:pt x="0" y="3321050"/>
                  </a:lnTo>
                  <a:lnTo>
                    <a:pt x="679450" y="3321050"/>
                  </a:lnTo>
                  <a:lnTo>
                    <a:pt x="186690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2C77FF52-AB64-FDC4-6CAA-13D96BA5000A}"/>
              </a:ext>
            </a:extLst>
          </p:cNvPr>
          <p:cNvSpPr txBox="1">
            <a:spLocks/>
          </p:cNvSpPr>
          <p:nvPr userDrawn="1"/>
        </p:nvSpPr>
        <p:spPr>
          <a:xfrm>
            <a:off x="3796619" y="2814220"/>
            <a:ext cx="1054781" cy="1280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FFFF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6B732328-9BBF-CD0F-62A7-D6860919765C}"/>
              </a:ext>
            </a:extLst>
          </p:cNvPr>
          <p:cNvCxnSpPr>
            <a:cxnSpLocks/>
          </p:cNvCxnSpPr>
          <p:nvPr userDrawn="1"/>
        </p:nvCxnSpPr>
        <p:spPr>
          <a:xfrm>
            <a:off x="4900749" y="2538088"/>
            <a:ext cx="0" cy="220617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36E7069-684C-8493-BFEA-9D15BC1B6A8E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pic>
        <p:nvPicPr>
          <p:cNvPr id="8" name="Picture 2" descr="Django Icon #266158 - Free Icons Library">
            <a:extLst>
              <a:ext uri="{FF2B5EF4-FFF2-40B4-BE49-F238E27FC236}">
                <a16:creationId xmlns:a16="http://schemas.microsoft.com/office/drawing/2014/main" xmlns="" id="{F2FE81B2-E2DA-5EB4-FEEE-FA6D844A241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7" t="3918" r="4003" b="4265"/>
          <a:stretch/>
        </p:blipFill>
        <p:spPr bwMode="auto">
          <a:xfrm>
            <a:off x="10034700" y="5810245"/>
            <a:ext cx="641645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7689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bg1"/>
          </a:solidFill>
          <a:ln w="76200">
            <a:solidFill>
              <a:srgbClr val="A6CF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rgbClr val="035160"/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rgbClr val="A6CFC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1437CE62-271A-52C6-9C2A-A245E26BA299}"/>
              </a:ext>
            </a:extLst>
          </p:cNvPr>
          <p:cNvCxnSpPr>
            <a:cxnSpLocks/>
          </p:cNvCxnSpPr>
          <p:nvPr userDrawn="1"/>
        </p:nvCxnSpPr>
        <p:spPr>
          <a:xfrm>
            <a:off x="2063750" y="3096483"/>
            <a:ext cx="12827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Single Corner Rounded 26">
            <a:extLst>
              <a:ext uri="{FF2B5EF4-FFF2-40B4-BE49-F238E27FC236}">
                <a16:creationId xmlns:a16="http://schemas.microsoft.com/office/drawing/2014/main" xmlns="" id="{A1800599-46EB-6C1A-2632-F6002F0C2411}"/>
              </a:ext>
            </a:extLst>
          </p:cNvPr>
          <p:cNvSpPr/>
          <p:nvPr userDrawn="1"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xmlns="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51050" y="2542620"/>
            <a:ext cx="1282700" cy="5588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xmlns="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rgbClr val="035160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F5BA3FB-7AB2-C0CE-D7BC-221E236C4F6C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67799B20-E6CC-B71E-C7D0-7E5636457248}"/>
              </a:ext>
            </a:extLst>
          </p:cNvPr>
          <p:cNvGrpSpPr/>
          <p:nvPr userDrawn="1"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xmlns="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74358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bg1"/>
          </a:solidFill>
          <a:ln w="76200">
            <a:solidFill>
              <a:srgbClr val="A6CF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rgbClr val="035160"/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rgbClr val="A6CFC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sp>
        <p:nvSpPr>
          <p:cNvPr id="27" name="Rectangle: Single Corner Rounded 26">
            <a:extLst>
              <a:ext uri="{FF2B5EF4-FFF2-40B4-BE49-F238E27FC236}">
                <a16:creationId xmlns:a16="http://schemas.microsoft.com/office/drawing/2014/main" xmlns="" id="{A1800599-46EB-6C1A-2632-F6002F0C2411}"/>
              </a:ext>
            </a:extLst>
          </p:cNvPr>
          <p:cNvSpPr/>
          <p:nvPr userDrawn="1"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xmlns="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8350" y="2492550"/>
            <a:ext cx="1282700" cy="5588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xmlns="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rgbClr val="035160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F5BA3FB-7AB2-C0CE-D7BC-221E236C4F6C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1D558EE7-0CF1-9467-246A-2C3A51ABD424}"/>
              </a:ext>
            </a:extLst>
          </p:cNvPr>
          <p:cNvGrpSpPr/>
          <p:nvPr userDrawn="1"/>
        </p:nvGrpSpPr>
        <p:grpSpPr>
          <a:xfrm>
            <a:off x="2213413" y="4839956"/>
            <a:ext cx="983374" cy="457200"/>
            <a:chOff x="1950885" y="4827717"/>
            <a:chExt cx="983374" cy="457200"/>
          </a:xfrm>
        </p:grpSpPr>
        <p:pic>
          <p:nvPicPr>
            <p:cNvPr id="6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3565F116-F5D7-8AE7-A33E-8892A0E8888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3CB80A5A-F99E-BC76-9B24-B032E23C610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89654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xmlns="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274271" y="33307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xmlns="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81732A0B-0286-AE93-8852-201DF84C7B95}"/>
              </a:ext>
            </a:extLst>
          </p:cNvPr>
          <p:cNvSpPr/>
          <p:nvPr userDrawn="1"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962E720-DD45-54F0-BCB9-3F79152B6C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1487488"/>
            <a:ext cx="10506075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xmlns="" id="{981EAA2F-43B5-229C-68B5-4BF4208823A0}"/>
              </a:ext>
            </a:extLst>
          </p:cNvPr>
          <p:cNvSpPr/>
          <p:nvPr userDrawn="1"/>
        </p:nvSpPr>
        <p:spPr>
          <a:xfrm flipV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3922FC2B-89C1-F942-02D5-73110BCBB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</p:spPr>
        <p:txBody>
          <a:bodyPr>
            <a:noAutofit/>
          </a:bodyPr>
          <a:lstStyle>
            <a:lvl1pPr algn="ctr"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31557E2-91DC-FE2D-645F-1D1D8F5081F7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DB434691-82AE-A904-624D-9000705A3A1B}"/>
              </a:ext>
            </a:extLst>
          </p:cNvPr>
          <p:cNvGrpSpPr/>
          <p:nvPr userDrawn="1"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8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39A5E333-7A6B-9A27-1A7F-83FF92CA047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jango Icon #266158 - Free Icons Library">
              <a:extLst>
                <a:ext uri="{FF2B5EF4-FFF2-40B4-BE49-F238E27FC236}">
                  <a16:creationId xmlns:a16="http://schemas.microsoft.com/office/drawing/2014/main" xmlns="" id="{E58272E9-1418-3D08-C47B-91F7F87784C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408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xmlns="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274271" y="33307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xmlns="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81732A0B-0286-AE93-8852-201DF84C7B95}"/>
              </a:ext>
            </a:extLst>
          </p:cNvPr>
          <p:cNvSpPr/>
          <p:nvPr userDrawn="1"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xmlns="" id="{93C060DF-9207-CA53-290F-94959ABE3A16}"/>
              </a:ext>
            </a:extLst>
          </p:cNvPr>
          <p:cNvSpPr/>
          <p:nvPr userDrawn="1"/>
        </p:nvSpPr>
        <p:spPr>
          <a:xfrm flipV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F9268D27-3B1B-2E81-3C2F-83E96E52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</p:spPr>
        <p:txBody>
          <a:bodyPr>
            <a:noAutofit/>
          </a:bodyPr>
          <a:lstStyle>
            <a:lvl1pPr algn="ctr"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962E720-DD45-54F0-BCB9-3F79152B6C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1487488"/>
            <a:ext cx="10506075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xmlns="" id="{4E75D9B7-F70F-8C2C-2D1E-50D1E0C00FED}"/>
              </a:ext>
            </a:extLst>
          </p:cNvPr>
          <p:cNvSpPr/>
          <p:nvPr userDrawn="1"/>
        </p:nvSpPr>
        <p:spPr>
          <a:xfrm flipH="1" flipV="1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xmlns="" id="{476BFF34-9624-6603-EF6B-16AF8CA6A251}"/>
              </a:ext>
            </a:extLst>
          </p:cNvPr>
          <p:cNvSpPr/>
          <p:nvPr userDrawn="1"/>
        </p:nvSpPr>
        <p:spPr>
          <a:xfrm flipV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111013F-46A0-DD79-A0FC-C45C72240DFD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ED39E99-EE27-69BF-D006-D581D562CD09}"/>
              </a:ext>
            </a:extLst>
          </p:cNvPr>
          <p:cNvGrpSpPr/>
          <p:nvPr userDrawn="1"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9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8ACF82FD-8A11-E4EC-D9C0-EC8BB42CF9E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Django Icon #266158 - Free Icons Library">
              <a:extLst>
                <a:ext uri="{FF2B5EF4-FFF2-40B4-BE49-F238E27FC236}">
                  <a16:creationId xmlns:a16="http://schemas.microsoft.com/office/drawing/2014/main" xmlns="" id="{42B3E75A-034B-CCE1-D0D8-78A3402CB22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84649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xmlns="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274271" y="33307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xmlns="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81732A0B-0286-AE93-8852-201DF84C7B95}"/>
              </a:ext>
            </a:extLst>
          </p:cNvPr>
          <p:cNvSpPr/>
          <p:nvPr userDrawn="1"/>
        </p:nvSpPr>
        <p:spPr>
          <a:xfrm>
            <a:off x="583725" y="480309"/>
            <a:ext cx="11024550" cy="589738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962E720-DD45-54F0-BCB9-3F79152B6C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857871"/>
            <a:ext cx="10506075" cy="514225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xmlns="" id="{BBBC04F9-E5ED-26D6-F533-0DE2F3E8CA28}"/>
              </a:ext>
            </a:extLst>
          </p:cNvPr>
          <p:cNvSpPr/>
          <p:nvPr userDrawn="1"/>
        </p:nvSpPr>
        <p:spPr>
          <a:xfrm flipH="1" flipV="1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xmlns="" id="{35715C5E-117B-BAA0-01F3-528A3988DF29}"/>
              </a:ext>
            </a:extLst>
          </p:cNvPr>
          <p:cNvSpPr/>
          <p:nvPr userDrawn="1"/>
        </p:nvSpPr>
        <p:spPr>
          <a:xfrm flipV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F157D36-C12D-AB8A-2A79-630665325988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3B16E93B-1153-C86F-6014-F4E9EE71689B}"/>
              </a:ext>
            </a:extLst>
          </p:cNvPr>
          <p:cNvGrpSpPr/>
          <p:nvPr userDrawn="1"/>
        </p:nvGrpSpPr>
        <p:grpSpPr>
          <a:xfrm>
            <a:off x="5604313" y="6196873"/>
            <a:ext cx="983374" cy="457200"/>
            <a:chOff x="1950885" y="4827717"/>
            <a:chExt cx="983374" cy="457200"/>
          </a:xfrm>
        </p:grpSpPr>
        <p:pic>
          <p:nvPicPr>
            <p:cNvPr id="8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72ECC214-95A5-3148-3D29-AC2BD22DF7B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jango Icon #266158 - Free Icons Library">
              <a:extLst>
                <a:ext uri="{FF2B5EF4-FFF2-40B4-BE49-F238E27FC236}">
                  <a16:creationId xmlns:a16="http://schemas.microsoft.com/office/drawing/2014/main" xmlns="" id="{C29E2FA2-02D6-7F7D-8D65-F7575CED2B0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5603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903610" y="312917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xmlns="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xmlns="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xmlns="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xmlns="" id="{F9268D27-3B1B-2E81-3C2F-83E96E52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xmlns="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81732A0B-0286-AE93-8852-201DF84C7B95}"/>
              </a:ext>
            </a:extLst>
          </p:cNvPr>
          <p:cNvSpPr/>
          <p:nvPr userDrawn="1"/>
        </p:nvSpPr>
        <p:spPr>
          <a:xfrm>
            <a:off x="583725" y="1631713"/>
            <a:ext cx="11024550" cy="491337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xmlns="" id="{39CDC3B5-6EEE-B79F-8548-68D670904D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1881595"/>
            <a:ext cx="10342562" cy="43783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7CC3141-72F6-054A-9AFF-844455B07A01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FD81B035-E549-F297-849C-B6FC83FDB32B}"/>
              </a:ext>
            </a:extLst>
          </p:cNvPr>
          <p:cNvGrpSpPr/>
          <p:nvPr userDrawn="1"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4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0AF32D02-D081-47DA-370B-D63AB40CF46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Django Icon #266158 - Free Icons Library">
              <a:extLst>
                <a:ext uri="{FF2B5EF4-FFF2-40B4-BE49-F238E27FC236}">
                  <a16:creationId xmlns:a16="http://schemas.microsoft.com/office/drawing/2014/main" xmlns="" id="{EC1D3776-5CB7-01BB-F0B6-892538BADAA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89818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xmlns="" id="{24E01BB4-D3EF-3D83-72A6-6A76F24274B1}"/>
              </a:ext>
            </a:extLst>
          </p:cNvPr>
          <p:cNvSpPr/>
          <p:nvPr userDrawn="1"/>
        </p:nvSpPr>
        <p:spPr>
          <a:xfrm rot="5400000">
            <a:off x="3412055" y="-3132655"/>
            <a:ext cx="1079500" cy="790361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xmlns="" id="{C1E6DFA7-5710-3053-244D-4016136191F9}"/>
              </a:ext>
            </a:extLst>
          </p:cNvPr>
          <p:cNvSpPr/>
          <p:nvPr userDrawn="1"/>
        </p:nvSpPr>
        <p:spPr>
          <a:xfrm rot="5400000">
            <a:off x="3358959" y="-3168460"/>
            <a:ext cx="1079500" cy="7797419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90617" y="576915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xmlns="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6701767" y="5810699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489055" y="1754701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593981" y="5667375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903610" y="312917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592138" y="3153735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6848534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D81086BF-9E35-8DD0-3C0A-2928A6196E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C2FE9C4-3ED0-F6A0-DFBC-B5DD154906E5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27034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xmlns="" id="{24E01BB4-D3EF-3D83-72A6-6A76F24274B1}"/>
              </a:ext>
            </a:extLst>
          </p:cNvPr>
          <p:cNvSpPr/>
          <p:nvPr userDrawn="1"/>
        </p:nvSpPr>
        <p:spPr>
          <a:xfrm rot="5400000">
            <a:off x="3105150" y="-2825750"/>
            <a:ext cx="1079500" cy="728980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xmlns="" id="{C1E6DFA7-5710-3053-244D-4016136191F9}"/>
              </a:ext>
            </a:extLst>
          </p:cNvPr>
          <p:cNvSpPr/>
          <p:nvPr userDrawn="1"/>
        </p:nvSpPr>
        <p:spPr>
          <a:xfrm rot="5400000">
            <a:off x="3056178" y="-2865678"/>
            <a:ext cx="1079500" cy="71918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Title 1">
            <a:extLst>
              <a:ext uri="{FF2B5EF4-FFF2-40B4-BE49-F238E27FC236}">
                <a16:creationId xmlns:a16="http://schemas.microsoft.com/office/drawing/2014/main" xmlns="" id="{6C633B9D-B37F-97F4-6A52-F6EA3B376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107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867E8C5D-9FAF-E736-C430-2F4420844A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9" name="Text Placeholder 3">
            <a:extLst>
              <a:ext uri="{FF2B5EF4-FFF2-40B4-BE49-F238E27FC236}">
                <a16:creationId xmlns:a16="http://schemas.microsoft.com/office/drawing/2014/main" xmlns="" id="{A0C0FF61-BA02-A07E-43E7-12E08C4D75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2EE5523-3DF7-C52D-B9E7-7CECA7171CC2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19482538-0C55-0286-AC8C-2C59BE5FCF5B}"/>
              </a:ext>
            </a:extLst>
          </p:cNvPr>
          <p:cNvGrpSpPr/>
          <p:nvPr userDrawn="1"/>
        </p:nvGrpSpPr>
        <p:grpSpPr>
          <a:xfrm>
            <a:off x="84742" y="5667375"/>
            <a:ext cx="467480" cy="1083963"/>
            <a:chOff x="1942404" y="4200954"/>
            <a:chExt cx="467480" cy="1083963"/>
          </a:xfrm>
        </p:grpSpPr>
        <p:pic>
          <p:nvPicPr>
            <p:cNvPr id="4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F9B12832-F48B-C37A-A8B5-B4CDAE58CC8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Django Icon #266158 - Free Icons Library">
              <a:extLst>
                <a:ext uri="{FF2B5EF4-FFF2-40B4-BE49-F238E27FC236}">
                  <a16:creationId xmlns:a16="http://schemas.microsoft.com/office/drawing/2014/main" xmlns="" id="{7E2BD80E-3746-D447-50F8-8A96C7CE8D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06995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253DE8-B57F-AC5E-27E7-680611448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146" y="1825625"/>
            <a:ext cx="1032365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D92C32D4-3F74-640D-5B68-9755E8B50157}"/>
              </a:ext>
            </a:extLst>
          </p:cNvPr>
          <p:cNvSpPr/>
          <p:nvPr userDrawn="1"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81732A0B-0286-AE93-8852-201DF84C7B95}"/>
              </a:ext>
            </a:extLst>
          </p:cNvPr>
          <p:cNvSpPr/>
          <p:nvPr userDrawn="1"/>
        </p:nvSpPr>
        <p:spPr>
          <a:xfrm>
            <a:off x="1922264" y="179853"/>
            <a:ext cx="8347472" cy="1204890"/>
          </a:xfrm>
          <a:prstGeom prst="roundRect">
            <a:avLst>
              <a:gd name="adj" fmla="val 19515"/>
            </a:avLst>
          </a:prstGeom>
          <a:solidFill>
            <a:schemeClr val="bg1"/>
          </a:solidFill>
          <a:ln w="76200">
            <a:solidFill>
              <a:srgbClr val="A6CF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4957D90B-B80A-49A4-58A3-8E78D021AD4A}"/>
              </a:ext>
            </a:extLst>
          </p:cNvPr>
          <p:cNvGrpSpPr/>
          <p:nvPr userDrawn="1"/>
        </p:nvGrpSpPr>
        <p:grpSpPr>
          <a:xfrm>
            <a:off x="4548188" y="6534150"/>
            <a:ext cx="3095625" cy="323850"/>
            <a:chOff x="4886325" y="6534150"/>
            <a:chExt cx="3095625" cy="323850"/>
          </a:xfrm>
        </p:grpSpPr>
        <p:sp>
          <p:nvSpPr>
            <p:cNvPr id="15" name="Rectangle: Single Corner Rounded 14">
              <a:extLst>
                <a:ext uri="{FF2B5EF4-FFF2-40B4-BE49-F238E27FC236}">
                  <a16:creationId xmlns:a16="http://schemas.microsoft.com/office/drawing/2014/main" xmlns="" id="{BD0BBBCE-1C2F-3BDB-C918-7E6617A2076B}"/>
                </a:ext>
              </a:extLst>
            </p:cNvPr>
            <p:cNvSpPr/>
            <p:nvPr userDrawn="1"/>
          </p:nvSpPr>
          <p:spPr>
            <a:xfrm rot="5400000" flipH="1">
              <a:off x="6877050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Single Corner Rounded 15">
              <a:extLst>
                <a:ext uri="{FF2B5EF4-FFF2-40B4-BE49-F238E27FC236}">
                  <a16:creationId xmlns:a16="http://schemas.microsoft.com/office/drawing/2014/main" xmlns="" id="{F3261EAC-1234-2D53-1B26-109E1CE991D7}"/>
                </a:ext>
              </a:extLst>
            </p:cNvPr>
            <p:cNvSpPr/>
            <p:nvPr userDrawn="1"/>
          </p:nvSpPr>
          <p:spPr>
            <a:xfrm rot="16200000">
              <a:off x="5667375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F9268D27-3B1B-2E81-3C2F-83E96E52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653" y="238645"/>
            <a:ext cx="7476053" cy="1068070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035160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22B85B7-B329-8D3F-43E8-5E9CE0A828F4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F7C9C6D0-9B61-EBD0-5004-57EC29C77219}"/>
              </a:ext>
            </a:extLst>
          </p:cNvPr>
          <p:cNvGrpSpPr/>
          <p:nvPr userDrawn="1"/>
        </p:nvGrpSpPr>
        <p:grpSpPr>
          <a:xfrm>
            <a:off x="2075294" y="428355"/>
            <a:ext cx="348729" cy="732107"/>
            <a:chOff x="1942404" y="4303509"/>
            <a:chExt cx="467480" cy="981408"/>
          </a:xfrm>
        </p:grpSpPr>
        <p:pic>
          <p:nvPicPr>
            <p:cNvPr id="5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2BAE9887-0D78-655E-752E-8F172AB01E0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Django Icon #266158 - Free Icons Library">
              <a:extLst>
                <a:ext uri="{FF2B5EF4-FFF2-40B4-BE49-F238E27FC236}">
                  <a16:creationId xmlns:a16="http://schemas.microsoft.com/office/drawing/2014/main" xmlns="" id="{98EEAA7F-4CAC-E7E6-4F14-DDE83FC09C1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303509"/>
              <a:ext cx="458318" cy="457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99035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46FBD-D7EA-4B09-0A6F-0F777842C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0A4EEA-AAE7-5304-5111-D6F94C69A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CC15CB0-F855-0DE4-09BB-2AC7998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02E1B-B2DB-4B0C-86FF-4E50C6945317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130BBE1-04E9-C8D3-9736-DC8B152F9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30104F5-2BB3-3388-9F58-9445C1228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44819"/>
      </p:ext>
    </p:extLst>
  </p:cSld>
  <p:clrMapOvr>
    <a:masterClrMapping/>
  </p:clrMapOvr>
  <p:transition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253DE8-B57F-AC5E-27E7-680611448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146" y="1825625"/>
            <a:ext cx="1032365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F1C3EF-AB55-7F58-F83D-2B639936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BF87-5769-4D33-B480-897940684496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E4BFD88-D54C-8454-2C07-C67D7A42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E6A11CC-2953-5BCB-6C37-C728ECF80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63483" y="6378715"/>
            <a:ext cx="2743200" cy="365125"/>
          </a:xfrm>
        </p:spPr>
        <p:txBody>
          <a:bodyPr/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fld id="{82191E0B-3CC6-47CC-B1C5-29A4C4EF687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xmlns="" id="{C15A3681-FB8C-0718-74C8-1947D93860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51978" y="5349878"/>
            <a:ext cx="1203644" cy="119299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A4394391-CBE7-9C2A-6BD8-08DA8FB3B9C3}"/>
              </a:ext>
            </a:extLst>
          </p:cNvPr>
          <p:cNvGrpSpPr/>
          <p:nvPr userDrawn="1"/>
        </p:nvGrpSpPr>
        <p:grpSpPr>
          <a:xfrm>
            <a:off x="365760" y="527031"/>
            <a:ext cx="8528857" cy="1198094"/>
            <a:chOff x="365761" y="527031"/>
            <a:chExt cx="6370320" cy="119809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xmlns="" id="{BC731176-2BC8-D1F8-EE64-429B982D7D31}"/>
                </a:ext>
              </a:extLst>
            </p:cNvPr>
            <p:cNvSpPr/>
            <p:nvPr/>
          </p:nvSpPr>
          <p:spPr>
            <a:xfrm>
              <a:off x="457201" y="612605"/>
              <a:ext cx="6278880" cy="1112520"/>
            </a:xfrm>
            <a:prstGeom prst="roundRect">
              <a:avLst/>
            </a:prstGeom>
            <a:solidFill>
              <a:srgbClr val="A6CF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xmlns="" id="{112947A3-33B6-269D-3C3C-D19E900AE101}"/>
                </a:ext>
              </a:extLst>
            </p:cNvPr>
            <p:cNvSpPr/>
            <p:nvPr/>
          </p:nvSpPr>
          <p:spPr>
            <a:xfrm>
              <a:off x="365761" y="527031"/>
              <a:ext cx="6278880" cy="1112520"/>
            </a:xfrm>
            <a:prstGeom prst="roundRect">
              <a:avLst/>
            </a:prstGeom>
            <a:solidFill>
              <a:srgbClr val="0042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200" dirty="0"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B55A2E-2BCB-21EB-4569-A99BAFE64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199" y="578168"/>
            <a:ext cx="7795491" cy="106807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5670892"/>
      </p:ext>
    </p:extLst>
  </p:cSld>
  <p:clrMapOvr>
    <a:masterClrMapping/>
  </p:clrMapOvr>
  <p:transition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FB57E0-4DC2-9902-73FB-F02D6DBAD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39" y="1709738"/>
            <a:ext cx="3368233" cy="2852737"/>
          </a:xfrm>
        </p:spPr>
        <p:txBody>
          <a:bodyPr anchor="ctr">
            <a:normAutofit/>
          </a:bodyPr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A66C365-DB49-BE1F-7276-4B5579D4E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0977" y="2386012"/>
            <a:ext cx="7581418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5871670-2B75-FACA-683C-216346F10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E6D2-49E5-4F1D-A14A-A9A51A506BD0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590B091-63F7-01DA-70F8-2CFD15C5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xmlns="" id="{120B8CC6-0CC9-8C8F-5BDF-28C5DC0F7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51978" y="5349878"/>
            <a:ext cx="1203644" cy="1192993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748CF5A0-4195-9956-D5FB-61840047E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63483" y="6378715"/>
            <a:ext cx="2743200" cy="365125"/>
          </a:xfrm>
        </p:spPr>
        <p:txBody>
          <a:bodyPr/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fld id="{82191E0B-3CC6-47CC-B1C5-29A4C4EF68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82922"/>
      </p:ext>
    </p:extLst>
  </p:cSld>
  <p:clrMapOvr>
    <a:masterClrMapping/>
  </p:clrMapOvr>
  <p:transition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00A1FD-D041-4FBF-7853-3105A615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B1AB20B-3D44-DFE9-BA91-FF12B43BA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1237040-D39E-332D-05FB-5571E15AE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A7A3478-1E75-472C-A6FA-7C777315A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0F202-FE58-4F6C-B925-2FF390FEFFFC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77A3740-AD57-CF1A-70ED-E3A797803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00FD506-693B-4C58-145B-6A04B314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8075"/>
      </p:ext>
    </p:extLst>
  </p:cSld>
  <p:clrMapOvr>
    <a:masterClrMapping/>
  </p:clrMapOvr>
  <p:transition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A1FC4B-A3A5-B86A-C83D-BD1F94F5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6ED69AA-FCF7-7EB0-1E5F-D21215EA3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B46551D-B22C-952B-6DEF-F45839E1C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2F5BF80-C13F-44FC-6F98-9B1772A840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37D7551-8D69-6A41-FAD4-C668B9FB08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0FA2078-5F91-4832-8C99-80FE50D8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413BB-F484-42AE-B2FE-71CA8C3D3AE8}" type="datetime1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3FFA32-C762-54A1-9ACF-221255D6D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B1AAC9B-00A7-D2FF-D420-E190B53EB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37360"/>
      </p:ext>
    </p:extLst>
  </p:cSld>
  <p:clrMapOvr>
    <a:masterClrMapping/>
  </p:clrMapOvr>
  <p:transition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CC2024-EE2E-FD2C-6981-079C5616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5AAD1CF-E6DA-D3D9-24B9-5321D0DF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76E82-7E02-4B69-8BEE-89686FFFEF81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9FB21F9-C17C-EB79-ECF1-4621F8A9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12FC841-9A10-CBD0-F5AD-B863CBC9D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87982"/>
      </p:ext>
    </p:extLst>
  </p:cSld>
  <p:clrMapOvr>
    <a:masterClrMapping/>
  </p:clrMapOvr>
  <p:transition>
    <p:pull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0445728-5DD8-3378-B753-501D4D180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FB73F-9411-4A5C-B9ED-3B1ACF393399}" type="datetime1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1B08DBE-1ACF-C2F4-D763-955203071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2CDD9AD-B150-832E-4DB9-6BA4262BA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0726"/>
      </p:ext>
    </p:extLst>
  </p:cSld>
  <p:clrMapOvr>
    <a:masterClrMapping/>
  </p:clrMapOvr>
  <p:transition>
    <p:pull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E06F50-4B3A-4816-2439-09904BCD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192C52-FE2D-E27F-697E-70FB30F74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82043DB-AC60-C48C-74E3-8112710C2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B6946CB-972B-5565-882F-A259564D0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1DD18-DEDD-4618-B8D3-89F7DEA7F796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4D10091-E94C-FD28-B41F-85DEA5F5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2296339-E5D2-3B2F-31AF-1476E33A9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85786"/>
      </p:ext>
    </p:extLst>
  </p:cSld>
  <p:clrMapOvr>
    <a:masterClrMapping/>
  </p:clrMapOvr>
  <p:transition>
    <p:pull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E5C14E-75AA-0C92-F220-3AAD7AD30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9D90DA2-C411-59D6-4C0C-908991AAAD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7EF6445-67A7-9662-AE24-DB75D0A01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6C8D6E-C325-CB08-913E-5D0CFA8D5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A9BB6-EC60-43E1-BA80-EB28A4ADF470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E6CA266-80A2-77E9-30D1-7A8873A54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44294D4-AA30-7B04-9372-313CB265A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10358"/>
      </p:ext>
    </p:extLst>
  </p:cSld>
  <p:clrMapOvr>
    <a:masterClrMapping/>
  </p:clrMapOvr>
  <p:transition>
    <p:pull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BB90E4-01CE-88F6-103A-7A7829BCA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FEBC952-7B54-418C-1A42-DA6826C6D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8434519-AAED-AEF4-C105-9CCD0ED67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535B-11C8-4DDF-BE63-3629D94C0AE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349751-5428-FBDE-66CC-224B9B50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51B834-F95C-7B3F-BCC0-A1A90E5B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26219"/>
      </p:ext>
    </p:extLst>
  </p:cSld>
  <p:clrMapOvr>
    <a:masterClrMapping/>
  </p:clrMapOvr>
  <p:transition>
    <p:pull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31B66E50-E91E-2F9C-617D-B068AD4104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373A187-132D-7091-45AC-0B12E1014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7415388-32BB-10B7-CCDD-C9904360C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C14E-526E-4C34-BC74-238283BDC8D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2BFBE2B-8378-8CA5-5BFB-FC7894F4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105B319-EFC1-4DBC-9AD3-8A33D05A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03644"/>
      </p:ext>
    </p:extLst>
  </p:cSld>
  <p:clrMapOvr>
    <a:masterClrMapping/>
  </p:clrMapOvr>
  <p:transition>
    <p:pull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D96BEA09-0983-13EF-017F-E168EAC9C3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903610" y="312917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xmlns="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xmlns="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90617" y="576915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6701767" y="5810699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489055" y="1754701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593981" y="5667375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592138" y="3153735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Arial Black" panose="020B0A04020102020204" pitchFamily="34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D7C1F87D-D409-F070-539D-F55A3A6314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82;p24">
            <a:extLst>
              <a:ext uri="{FF2B5EF4-FFF2-40B4-BE49-F238E27FC236}">
                <a16:creationId xmlns:a16="http://schemas.microsoft.com/office/drawing/2014/main" xmlns="" id="{F8A1DB90-F892-14D4-C6E2-A4B51EFAF446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94397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8_Title and Content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/>
          <p:nvPr/>
        </p:nvSpPr>
        <p:spPr>
          <a:xfrm rot="5400000">
            <a:off x="3480278" y="-3200878"/>
            <a:ext cx="1079500" cy="80400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4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4"/>
          <p:cNvSpPr/>
          <p:nvPr/>
        </p:nvSpPr>
        <p:spPr>
          <a:xfrm rot="5400000">
            <a:off x="3426266" y="-3235766"/>
            <a:ext cx="1079500" cy="7932032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24" descr="Download Free Abstract shape Special Flat icon Icons in PNG &amp; SVG"/>
          <p:cNvPicPr preferRelativeResize="0"/>
          <p:nvPr/>
        </p:nvPicPr>
        <p:blipFill rotWithShape="1">
          <a:blip r:embed="rId2">
            <a:alphaModFix amt="1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24" descr="Abstract shape - Free shapes and symbols icons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4990617" y="576915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1" name="Google Shape;61;p24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1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3" name="Google Shape;63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29101" t="1645" r="48019" b="75474"/>
          <a:stretch/>
        </p:blipFill>
        <p:spPr>
          <a:xfrm>
            <a:off x="6701767" y="5810699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4" name="Google Shape;64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5" name="Google Shape;65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5104" t="44021" r="11431" b="33099"/>
          <a:stretch/>
        </p:blipFill>
        <p:spPr>
          <a:xfrm>
            <a:off x="489055" y="1754701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6" name="Google Shape;66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3593981" y="5667375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7" name="Google Shape;67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8" name="Google Shape;68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9" name="Google Shape;69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0" name="Google Shape;70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1" name="Google Shape;71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2" name="Google Shape;72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3" name="Google Shape;73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7903610" y="312917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5" name="Google Shape;75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592138" y="3153735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6" name="Google Shape;76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8" name="Google Shape;78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139949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0" name="Google Shape;80;p24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28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4"/>
          <p:cNvSpPr txBox="1">
            <a:spLocks noGrp="1"/>
          </p:cNvSpPr>
          <p:nvPr>
            <p:ph type="body" idx="1"/>
          </p:nvPr>
        </p:nvSpPr>
        <p:spPr>
          <a:xfrm>
            <a:off x="655638" y="1684338"/>
            <a:ext cx="1067787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83" name="Google Shape;83;p24"/>
          <p:cNvGrpSpPr/>
          <p:nvPr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84" name="Google Shape;84;p24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24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411690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DE0CB34-C072-54FF-FEA3-FFD66EC6B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0B0EAD7-AAAE-4D20-E56A-B4D739906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DE6877E-A696-A59F-0977-C6CFA1D90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5F8224-04E3-4AA6-B0CA-4F042664FEC5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B96CB46-07B0-31F0-7E85-D42F5555B3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0033E34-F028-83E8-8DCF-305688484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17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661" r:id="rId6"/>
    <p:sldLayoutId id="2147483673" r:id="rId7"/>
    <p:sldLayoutId id="2147483674" r:id="rId8"/>
    <p:sldLayoutId id="2147483695" r:id="rId9"/>
    <p:sldLayoutId id="2147483691" r:id="rId10"/>
    <p:sldLayoutId id="2147483693" r:id="rId11"/>
    <p:sldLayoutId id="2147483692" r:id="rId12"/>
    <p:sldLayoutId id="2147483675" r:id="rId13"/>
    <p:sldLayoutId id="2147483689" r:id="rId14"/>
    <p:sldLayoutId id="2147483690" r:id="rId15"/>
    <p:sldLayoutId id="2147483676" r:id="rId16"/>
    <p:sldLayoutId id="2147483672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  <p:sldLayoutId id="2147483670" r:id="rId26"/>
    <p:sldLayoutId id="2147483671" r:id="rId27"/>
    <p:sldLayoutId id="2147483702" r:id="rId28"/>
    <p:sldLayoutId id="2147483703" r:id="rId29"/>
  </p:sldLayoutIdLst>
  <p:transition>
    <p:pull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952846-B3A6-1187-EF8A-1389E0D368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ptos Black" panose="020B0004020202020204" pitchFamily="34" charset="0"/>
              </a:rPr>
              <a:t>“On the way with Python”</a:t>
            </a:r>
          </a:p>
        </p:txBody>
      </p:sp>
    </p:spTree>
    <p:extLst>
      <p:ext uri="{BB962C8B-B14F-4D97-AF65-F5344CB8AC3E}">
        <p14:creationId xmlns:p14="http://schemas.microsoft.com/office/powerpoint/2010/main" val="1371303958"/>
      </p:ext>
    </p:extLst>
  </p:cSld>
  <p:clrMapOvr>
    <a:masterClrMapping/>
  </p:clrMapOvr>
  <p:transition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4D0A20-275E-E058-5F63-DD97AF3B2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6EF23C65-EF27-A5C0-E0C8-55A61973F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8750" y="2379789"/>
            <a:ext cx="7150100" cy="1898524"/>
          </a:xfrm>
        </p:spPr>
        <p:txBody>
          <a:bodyPr>
            <a:normAutofit/>
          </a:bodyPr>
          <a:lstStyle/>
          <a:p>
            <a:r>
              <a:rPr lang="en-US" dirty="0"/>
              <a:t>Loop in Python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3437F37B-A3AA-E215-3A96-4D6F73ABB2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Lecture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A83AEB76-B8B4-7E2D-5C8C-633013CCEE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759064039"/>
      </p:ext>
    </p:extLst>
  </p:cSld>
  <p:clrMapOvr>
    <a:masterClrMapping/>
  </p:clrMapOvr>
  <p:transition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F64A29B-1ED4-BBBE-C8D5-7182C327A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ADE7384-E4F7-FFE4-51FB-DD831C9E9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893632" cy="4894262"/>
          </a:xfrm>
        </p:spPr>
        <p:txBody>
          <a:bodyPr/>
          <a:lstStyle/>
          <a:p>
            <a:pPr algn="just"/>
            <a:r>
              <a:rPr lang="en-US" dirty="0"/>
              <a:t>A loop is used to execute a block of code repeatedly as long as a condition is satisfied or for a fixed number of times. Loops help reduce code repetition and make programs efficient.</a:t>
            </a:r>
          </a:p>
          <a:p>
            <a:r>
              <a:rPr lang="en-US" dirty="0"/>
              <a:t>In Python, loops are mainly of two types: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E8123E-8C33-0955-7716-3612127A9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Introduction</a:t>
            </a:r>
            <a:endParaRPr lang="en-US" dirty="0">
              <a:solidFill>
                <a:schemeClr val="bg1">
                  <a:lumMod val="50000"/>
                </a:schemeClr>
              </a:solidFill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473185"/>
      </p:ext>
    </p:extLst>
  </p:cSld>
  <p:clrMapOvr>
    <a:masterClrMapping/>
  </p:clrMapOvr>
  <p:transition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8E8353A-7F4D-B300-ED75-61DF4E041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D6CDA2D-17E9-6010-CF22-23DEE32453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Loops are used to: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 tasks automatically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multiple items in a sequence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code duplication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 calculations on large data sets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99B07D-3FF2-2D4A-956D-4B4D1339B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Why use Loop?</a:t>
            </a:r>
            <a:endParaRPr lang="en-US" dirty="0">
              <a:solidFill>
                <a:schemeClr val="bg1">
                  <a:lumMod val="50000"/>
                </a:schemeClr>
              </a:solidFill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203560"/>
      </p:ext>
    </p:extLst>
  </p:cSld>
  <p:clrMapOvr>
    <a:masterClrMapping/>
  </p:clrMapOvr>
  <p:transition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7E2A559-D685-5CD9-9CC8-A7602CB7A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2F353F0-C3A6-11EC-5640-82A7DA4CDD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7573962" cy="4894262"/>
          </a:xfrm>
        </p:spPr>
        <p:txBody>
          <a:bodyPr/>
          <a:lstStyle/>
          <a:p>
            <a:r>
              <a:rPr lang="en-US" dirty="0"/>
              <a:t>In Python, loops are mainly of two types: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4DB8F7-D47E-90F5-621C-593EACD1A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Types of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Loops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7160B742-8B78-0B5F-210F-DEF8773EC6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5442415"/>
              </p:ext>
            </p:extLst>
          </p:nvPr>
        </p:nvGraphicFramePr>
        <p:xfrm>
          <a:off x="1719789" y="2390273"/>
          <a:ext cx="6509811" cy="3818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6417151"/>
      </p:ext>
    </p:extLst>
  </p:cSld>
  <p:clrMapOvr>
    <a:masterClrMapping/>
  </p:clrMapOvr>
  <p:transition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559610C-0886-ED70-BD93-48328E24B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6AB37F-151F-DC19-A407-C7E3319FBB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ptos Black" panose="020B0004020202020204" pitchFamily="34" charset="0"/>
              </a:rPr>
              <a:t>Python </a:t>
            </a:r>
            <a:r>
              <a:rPr lang="en-US" dirty="0">
                <a:solidFill>
                  <a:schemeClr val="bg1"/>
                </a:solidFill>
                <a:latin typeface="Aptos Black" panose="020B0004020202020204" pitchFamily="34" charset="0"/>
              </a:rPr>
              <a:t>for </a:t>
            </a:r>
            <a:r>
              <a:rPr lang="en-US" dirty="0">
                <a:latin typeface="Aptos Black" panose="020B0004020202020204" pitchFamily="34" charset="0"/>
              </a:rPr>
              <a:t>Loop</a:t>
            </a:r>
          </a:p>
        </p:txBody>
      </p:sp>
    </p:spTree>
    <p:extLst>
      <p:ext uri="{BB962C8B-B14F-4D97-AF65-F5344CB8AC3E}">
        <p14:creationId xmlns:p14="http://schemas.microsoft.com/office/powerpoint/2010/main" val="3861725911"/>
      </p:ext>
    </p:extLst>
  </p:cSld>
  <p:clrMapOvr>
    <a:masterClrMapping/>
  </p:clrMapOvr>
  <p:transition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120229-17C5-4B10-98F6-2FCB3FC6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B163BB8-B030-1536-EA6D-9D83D8DD49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With the for loop we can execute a set of statements. for loop used to iterate over a sequence (list, tuple, string, range, etc.).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A71184-3F96-F824-3DC7-A5A521B47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for Loop</a:t>
            </a:r>
            <a:endParaRPr lang="en-US" dirty="0">
              <a:solidFill>
                <a:schemeClr val="bg1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818BC48B-F007-1F22-8BE8-8F50325BE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059" y="2709674"/>
            <a:ext cx="5221562" cy="284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54179"/>
      </p:ext>
    </p:extLst>
  </p:cSld>
  <p:clrMapOvr>
    <a:masterClrMapping/>
  </p:clrMapOvr>
  <p:transition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34E3285-6F73-11CA-F384-5C708064F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0163656-35AB-C436-31DC-B80343DD5A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Python, the </a:t>
            </a:r>
            <a:r>
              <a:rPr lang="en-US" b="1" dirty="0"/>
              <a:t>range()</a:t>
            </a:r>
            <a:r>
              <a:rPr lang="en-US" dirty="0"/>
              <a:t> function returns a sequence of numbers.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4D01C5-1DDD-2E5A-F90A-7C9BC5CCC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with Python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range()</a:t>
            </a:r>
            <a:endParaRPr lang="en-US" dirty="0">
              <a:solidFill>
                <a:schemeClr val="bg1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xmlns="" id="{4368D4BC-B1AB-0667-E6F6-D0CB59CAB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313" y="2398941"/>
            <a:ext cx="4382595" cy="3723774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A3095EB0-4DBA-FECC-E5A5-334E883E3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267" y="2451007"/>
            <a:ext cx="3335881" cy="367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291713"/>
      </p:ext>
    </p:extLst>
  </p:cSld>
  <p:clrMapOvr>
    <a:masterClrMapping/>
  </p:clrMapOvr>
  <p:transition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61833C4-7B1D-C1C6-79FC-6760D1B7E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2B95C78-18C3-2259-9313-C9AA291977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Iterate over each character in language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78E174-2831-43A9-6608-FD91AB3D2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Through a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String</a:t>
            </a:r>
          </a:p>
        </p:txBody>
      </p:sp>
      <p:pic>
        <p:nvPicPr>
          <p:cNvPr id="14" name="Picture 1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xmlns="" id="{28DC5E25-0A1D-E106-97EA-DA1087280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15" y="2235963"/>
            <a:ext cx="5488187" cy="2791001"/>
          </a:xfrm>
          <a:prstGeom prst="rect">
            <a:avLst/>
          </a:prstGeom>
        </p:spPr>
      </p:pic>
      <p:pic>
        <p:nvPicPr>
          <p:cNvPr id="16" name="Picture 15" descr="A black screen with white text and green and red buttons&#10;&#10;AI-generated content may be incorrect.">
            <a:extLst>
              <a:ext uri="{FF2B5EF4-FFF2-40B4-BE49-F238E27FC236}">
                <a16:creationId xmlns:a16="http://schemas.microsoft.com/office/drawing/2014/main" xmlns="" id="{9F93CBF5-3A68-7E13-336B-23B71EB79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53" y="2104189"/>
            <a:ext cx="3942263" cy="343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941676"/>
      </p:ext>
    </p:extLst>
  </p:cSld>
  <p:clrMapOvr>
    <a:masterClrMapping/>
  </p:clrMapOvr>
  <p:transition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034583C-E2FD-2545-90F8-FDFB34888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B6D42BB-8B6B-636E-50B3-A2A78069AB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Access element of the list one by one.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9292F6-9BB0-11DB-FD17-321C9272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Through a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List</a:t>
            </a:r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xmlns="" id="{7FE6A189-CB1D-6473-B191-8C1AD398A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92" y="2830429"/>
            <a:ext cx="5237508" cy="2721675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BB09B4F1-ABAE-CC27-1361-D977F7E32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6603" y="2739575"/>
            <a:ext cx="4298282" cy="278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147616"/>
      </p:ext>
    </p:extLst>
  </p:cSld>
  <p:clrMapOvr>
    <a:masterClrMapping/>
  </p:clrMapOvr>
  <p:transition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41EF215-2B2E-C221-4C49-E984A8166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5AE5E68-5965-5EC4-B8C9-43BCE8EDD0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a) Loop Through Keys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6C56DD-AD01-4322-8DCF-8CA2246A2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Through a </a:t>
            </a:r>
            <a:r>
              <a:rPr lang="en-US" dirty="0">
                <a:solidFill>
                  <a:srgbClr val="96C6B5"/>
                </a:solidFill>
                <a:latin typeface="Arial Black" panose="020B0A04020102020204" pitchFamily="34" charset="0"/>
              </a:rPr>
              <a:t>Dictionary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2DC1309C-AB44-E480-DB82-D2FB63352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554" y="2876226"/>
            <a:ext cx="3876290" cy="2510483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xmlns="" id="{B24BAADF-4037-939C-E4CD-00661D4B0E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873" y="2188118"/>
            <a:ext cx="4971681" cy="388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963669"/>
      </p:ext>
    </p:extLst>
  </p:cSld>
  <p:clrMapOvr>
    <a:masterClrMapping/>
  </p:clrMapOvr>
  <p:transition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DADBC5-6F40-6E95-9615-FBD7D289E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5D6F500-B80A-792D-A241-64AAB4E651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b) Loop Through Values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6BD4DF-7D89-474C-4680-C31C15162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Through a </a:t>
            </a:r>
            <a:r>
              <a:rPr lang="en-US" dirty="0">
                <a:solidFill>
                  <a:srgbClr val="96C6B5"/>
                </a:solidFill>
                <a:latin typeface="Arial Black" panose="020B0A04020102020204" pitchFamily="34" charset="0"/>
              </a:rPr>
              <a:t>Dictionary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8C0F06B2-8CFE-4CD9-17A7-7B2F8FB16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573" y="2570647"/>
            <a:ext cx="5248424" cy="3399147"/>
          </a:xfrm>
          <a:prstGeom prst="rect">
            <a:avLst/>
          </a:prstGeom>
        </p:spPr>
      </p:pic>
      <p:pic>
        <p:nvPicPr>
          <p:cNvPr id="11" name="Picture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xmlns="" id="{35F3A07E-9F90-3ADD-4343-01E639FABD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070" y="2293144"/>
            <a:ext cx="4702994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523355"/>
      </p:ext>
    </p:extLst>
  </p:cSld>
  <p:clrMapOvr>
    <a:masterClrMapping/>
  </p:clrMapOvr>
  <p:transition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47DF03F-946F-C835-2A45-D95AAD416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D4435D7-38F6-16EF-54BC-84D78F0B05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c) Loop Through Key-Value Pair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B73D16-7C17-BF09-9153-2D342DAE6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Through a </a:t>
            </a:r>
            <a:r>
              <a:rPr lang="en-US" dirty="0">
                <a:solidFill>
                  <a:srgbClr val="96C6B5"/>
                </a:solidFill>
                <a:latin typeface="Arial Black" panose="020B0A04020102020204" pitchFamily="34" charset="0"/>
              </a:rPr>
              <a:t>Dictionary</a:t>
            </a:r>
          </a:p>
        </p:txBody>
      </p:sp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xmlns="" id="{63585132-3663-3B19-F9AB-384E591BB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972" y="2348749"/>
            <a:ext cx="5847222" cy="4036009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166D5375-CDE4-1A81-B0AA-6E11376431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6167" y="2697861"/>
            <a:ext cx="5153675" cy="333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601678"/>
      </p:ext>
    </p:extLst>
  </p:cSld>
  <p:clrMapOvr>
    <a:masterClrMapping/>
  </p:clrMapOvr>
  <p:transition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11CB8B7-95A8-A34B-334C-C3689FEFB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BBFCC78-D434-D443-00B8-E24796531D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The </a:t>
            </a:r>
            <a:r>
              <a:rPr lang="en-US" b="1" dirty="0"/>
              <a:t>break</a:t>
            </a:r>
            <a:r>
              <a:rPr lang="en-US" dirty="0"/>
              <a:t> statement terminates the </a:t>
            </a:r>
            <a:r>
              <a:rPr lang="en-US" b="1" dirty="0"/>
              <a:t>for loop </a:t>
            </a:r>
            <a:r>
              <a:rPr lang="en-US" dirty="0"/>
              <a:t>immediately before it loops through all the items.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6702BD-4C04-D9BC-B53A-E59BFE60D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6C6B5"/>
                </a:solidFill>
              </a:rPr>
              <a:t>Break</a:t>
            </a:r>
            <a:r>
              <a:rPr lang="en-US" dirty="0"/>
              <a:t> Statement</a:t>
            </a:r>
            <a:endParaRPr lang="en-US" dirty="0">
              <a:solidFill>
                <a:srgbClr val="96C6B5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xmlns="" id="{E8D753F4-A84D-9706-30FB-FFC5B21A3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92" y="2770812"/>
            <a:ext cx="5879192" cy="3075633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88E52EEC-9698-B7A9-D78B-014171720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684" y="3099905"/>
            <a:ext cx="4212857" cy="241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846340"/>
      </p:ext>
    </p:extLst>
  </p:cSld>
  <p:clrMapOvr>
    <a:masterClrMapping/>
  </p:clrMapOvr>
  <p:transition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B730E3A-B1E7-7CEB-6DCD-C760B38FE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D72BAD9-4C86-4B1E-EF91-E87634B7C1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The </a:t>
            </a:r>
            <a:r>
              <a:rPr lang="en-US" b="1" dirty="0"/>
              <a:t>continue</a:t>
            </a:r>
            <a:r>
              <a:rPr lang="en-US" dirty="0"/>
              <a:t> statement skips the current iteration of the loop and continues with the next iteration.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1B3747-5AD2-D471-AAAB-66945ED35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6C6B5"/>
                </a:solidFill>
              </a:rPr>
              <a:t>Continue</a:t>
            </a:r>
            <a:r>
              <a:rPr lang="en-US" dirty="0"/>
              <a:t> Statement</a:t>
            </a:r>
            <a:endParaRPr lang="en-US" dirty="0">
              <a:solidFill>
                <a:srgbClr val="96C6B5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xmlns="" id="{290B2E57-4657-E2AF-61F6-E2053FF7D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78" y="2679032"/>
            <a:ext cx="6167518" cy="3226468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5F5F4507-C824-E42C-DDCB-87604E4B78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896" y="3094750"/>
            <a:ext cx="3698029" cy="239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498981"/>
      </p:ext>
    </p:extLst>
  </p:cSld>
  <p:clrMapOvr>
    <a:masterClrMapping/>
  </p:clrMapOvr>
  <p:transition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3543457-F3BE-D907-A5C9-F69BBB78B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8E4DD53-6B20-9A66-BF10-B2E3135144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14350" indent="-514350" algn="just">
              <a:buAutoNum type="arabicPeriod"/>
            </a:pPr>
            <a:r>
              <a:rPr lang="en-US" dirty="0"/>
              <a:t>Print </a:t>
            </a:r>
            <a:r>
              <a:rPr lang="en-US" b="1" dirty="0"/>
              <a:t>Odd</a:t>
            </a:r>
            <a:r>
              <a:rPr lang="en-US" dirty="0"/>
              <a:t> or </a:t>
            </a:r>
            <a:r>
              <a:rPr lang="en-US" b="1" dirty="0"/>
              <a:t>Even</a:t>
            </a:r>
            <a:r>
              <a:rPr lang="en-US" dirty="0"/>
              <a:t> from a list.</a:t>
            </a:r>
          </a:p>
          <a:p>
            <a:pPr marL="514350" indent="-514350" algn="just">
              <a:buAutoNum type="arabicPeriod"/>
            </a:pPr>
            <a:r>
              <a:rPr lang="en-US" dirty="0"/>
              <a:t>Print </a:t>
            </a:r>
            <a:r>
              <a:rPr lang="en-US" b="1" dirty="0"/>
              <a:t>Positive</a:t>
            </a:r>
            <a:r>
              <a:rPr lang="en-US" dirty="0"/>
              <a:t> or </a:t>
            </a:r>
            <a:r>
              <a:rPr lang="en-US" b="1" dirty="0"/>
              <a:t>Negative</a:t>
            </a:r>
            <a:r>
              <a:rPr lang="en-US" dirty="0"/>
              <a:t> from a list.</a:t>
            </a:r>
          </a:p>
          <a:p>
            <a:pPr marL="514350" indent="-514350" algn="just">
              <a:buAutoNum type="arabicPeriod"/>
            </a:pPr>
            <a:r>
              <a:rPr lang="en-US" dirty="0"/>
              <a:t>Print </a:t>
            </a:r>
            <a:r>
              <a:rPr lang="en-US" b="1" dirty="0"/>
              <a:t>Odd</a:t>
            </a:r>
            <a:r>
              <a:rPr lang="en-US" dirty="0"/>
              <a:t> or </a:t>
            </a:r>
            <a:r>
              <a:rPr lang="en-US" b="1" dirty="0"/>
              <a:t>Even</a:t>
            </a:r>
            <a:r>
              <a:rPr lang="en-US" dirty="0"/>
              <a:t> from a 1 to 20 must be used range.</a:t>
            </a:r>
          </a:p>
          <a:p>
            <a:pPr marL="514350" indent="-514350" algn="just">
              <a:buAutoNum type="arabicPeriod"/>
            </a:pPr>
            <a:r>
              <a:rPr lang="en-US" b="1" dirty="0"/>
              <a:t>Sum</a:t>
            </a:r>
            <a:r>
              <a:rPr lang="en-US" dirty="0"/>
              <a:t> of the all numbers from a list.</a:t>
            </a:r>
          </a:p>
          <a:p>
            <a:pPr marL="514350" indent="-514350" algn="just">
              <a:buAutoNum type="arabicPeriod"/>
            </a:pPr>
            <a:r>
              <a:rPr lang="en-US" b="1" dirty="0"/>
              <a:t>Count</a:t>
            </a:r>
            <a:r>
              <a:rPr lang="en-US" dirty="0"/>
              <a:t> how many </a:t>
            </a:r>
            <a:r>
              <a:rPr lang="en-US" b="1" dirty="0"/>
              <a:t>Odd </a:t>
            </a:r>
            <a:r>
              <a:rPr lang="en-US" dirty="0"/>
              <a:t>or </a:t>
            </a:r>
            <a:r>
              <a:rPr lang="en-US" b="1" dirty="0"/>
              <a:t>Even</a:t>
            </a:r>
            <a:r>
              <a:rPr lang="en-US" dirty="0"/>
              <a:t> numbers from 1 to 20</a:t>
            </a:r>
          </a:p>
          <a:p>
            <a:pPr marL="514350" indent="-514350" algn="just">
              <a:buAutoNum type="arabicPeriod"/>
            </a:pPr>
            <a:r>
              <a:rPr lang="en-US" dirty="0"/>
              <a:t>Find the </a:t>
            </a:r>
            <a:r>
              <a:rPr lang="en-US" b="1" dirty="0"/>
              <a:t>Largest Number</a:t>
            </a:r>
            <a:r>
              <a:rPr lang="en-US" dirty="0"/>
              <a:t> from a list.</a:t>
            </a:r>
          </a:p>
          <a:p>
            <a:pPr marL="514350" indent="-514350" algn="just">
              <a:buAutoNum type="arabicPeriod"/>
            </a:pPr>
            <a:r>
              <a:rPr lang="en-US" dirty="0"/>
              <a:t>Print the </a:t>
            </a:r>
            <a:r>
              <a:rPr lang="en-US" b="1" dirty="0"/>
              <a:t>Multiplication</a:t>
            </a:r>
            <a:r>
              <a:rPr lang="en-US" dirty="0"/>
              <a:t> table of number 5.</a:t>
            </a:r>
          </a:p>
          <a:p>
            <a:pPr marL="514350" indent="-514350" algn="just">
              <a:buAutoNum type="arabicPeriod"/>
            </a:pPr>
            <a:r>
              <a:rPr lang="en-US" dirty="0"/>
              <a:t>Sperate Odd and Even number form a list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8CB2CB-FA88-84EA-8161-9F27DC412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6C6B5"/>
                </a:solidFill>
              </a:rPr>
              <a:t>For Loop </a:t>
            </a:r>
            <a:r>
              <a:rPr lang="en-US" dirty="0"/>
              <a:t>Practice Task</a:t>
            </a:r>
            <a:endParaRPr lang="en-US" dirty="0">
              <a:solidFill>
                <a:srgbClr val="96C6B5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838700"/>
      </p:ext>
    </p:extLst>
  </p:cSld>
  <p:clrMapOvr>
    <a:masterClrMapping/>
  </p:clrMapOvr>
  <p:transition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7F9ECC-CB52-BA9C-167A-1A5F2EAA73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>
                <a:latin typeface="Aptos Black" panose="020B0004020202020204" pitchFamily="34" charset="0"/>
              </a:rPr>
              <a:t>““Thanks All””</a:t>
            </a:r>
          </a:p>
        </p:txBody>
      </p:sp>
    </p:spTree>
    <p:extLst>
      <p:ext uri="{BB962C8B-B14F-4D97-AF65-F5344CB8AC3E}">
        <p14:creationId xmlns:p14="http://schemas.microsoft.com/office/powerpoint/2010/main" val="2789201780"/>
      </p:ext>
    </p:extLst>
  </p:cSld>
  <p:clrMapOvr>
    <a:masterClrMapping/>
  </p:clrMapOvr>
  <p:transition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2047</TotalTime>
  <Words>293</Words>
  <Application>Microsoft Office PowerPoint</Application>
  <PresentationFormat>Custom</PresentationFormat>
  <Paragraphs>51</Paragraphs>
  <Slides>17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“On the way with Python”</vt:lpstr>
      <vt:lpstr>Loop in Python</vt:lpstr>
      <vt:lpstr>Introduction</vt:lpstr>
      <vt:lpstr>Why use Loop?</vt:lpstr>
      <vt:lpstr>Types of Loops</vt:lpstr>
      <vt:lpstr>Python for Loop</vt:lpstr>
      <vt:lpstr>for Loop</vt:lpstr>
      <vt:lpstr>for Loop with Python range()</vt:lpstr>
      <vt:lpstr>Loop Through a String</vt:lpstr>
      <vt:lpstr>Loop Through a List</vt:lpstr>
      <vt:lpstr>Loop Through a Dictionary</vt:lpstr>
      <vt:lpstr>Loop Through a Dictionary</vt:lpstr>
      <vt:lpstr>Loop Through a Dictionary</vt:lpstr>
      <vt:lpstr>Break Statement</vt:lpstr>
      <vt:lpstr>Continue Statement</vt:lpstr>
      <vt:lpstr>For Loop Practice Task</vt:lpstr>
      <vt:lpstr>““Thanks All””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“On the way with Python”</dc:title>
  <dc:creator>MD SHAKIL</dc:creator>
  <cp:lastModifiedBy>Reaz</cp:lastModifiedBy>
  <cp:revision>476</cp:revision>
  <dcterms:created xsi:type="dcterms:W3CDTF">2024-08-22T18:44:27Z</dcterms:created>
  <dcterms:modified xsi:type="dcterms:W3CDTF">2026-04-27T06:33:15Z</dcterms:modified>
</cp:coreProperties>
</file>
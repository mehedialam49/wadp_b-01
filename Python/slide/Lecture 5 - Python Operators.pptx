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89" r:id="rId2"/>
    <p:sldId id="367" r:id="rId3"/>
    <p:sldId id="369" r:id="rId4"/>
    <p:sldId id="311" r:id="rId5"/>
    <p:sldId id="325" r:id="rId6"/>
    <p:sldId id="326" r:id="rId7"/>
    <p:sldId id="327" r:id="rId8"/>
    <p:sldId id="328" r:id="rId9"/>
    <p:sldId id="329" r:id="rId10"/>
    <p:sldId id="330" r:id="rId11"/>
    <p:sldId id="370" r:id="rId12"/>
    <p:sldId id="371" r:id="rId13"/>
    <p:sldId id="372" r:id="rId14"/>
    <p:sldId id="373" r:id="rId15"/>
    <p:sldId id="30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000000"/>
    <a:srgbClr val="F06C2C"/>
    <a:srgbClr val="FBBB09"/>
    <a:srgbClr val="F1CC4D"/>
    <a:srgbClr val="035160"/>
    <a:srgbClr val="FFC413"/>
    <a:srgbClr val="A6CFC0"/>
    <a:srgbClr val="96C6B5"/>
    <a:srgbClr val="E6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62" autoAdjust="0"/>
  </p:normalViewPr>
  <p:slideViewPr>
    <p:cSldViewPr snapToGrid="0">
      <p:cViewPr>
        <p:scale>
          <a:sx n="70" d="100"/>
          <a:sy n="70" d="100"/>
        </p:scale>
        <p:origin x="-508" y="-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6413C-5640-4591-8597-7AD8B522C11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05C77-B9A4-49A2-9319-63F104159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8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9B7CAB7-9612-1BB0-A2EC-06CE1AAB5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xmlns="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chemeClr val="bg2">
              <a:lumMod val="50000"/>
            </a:schemeClr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xmlns="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xmlns="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843640"/>
            <a:ext cx="9144000" cy="11707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xmlns="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xmlns="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xmlns="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xmlns="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xmlns="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xmlns="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B633183F-EBC5-D171-8FF5-9915EC5D6446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B1427CF-405C-6829-726C-98A3856722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A04F4E1-CA26-7C1E-C1D7-26C243592D5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B9EFAAA-0989-4A24-68C4-790FD43440F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4CA33C0-5D5A-1910-CD8C-CA7BE6E9604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59C55F3-BCC6-F9D0-9ABB-1F8576622B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4CDEC1-B176-DB97-4A57-FC43D7F02A5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D043D98-F0A5-C838-F2A1-95821F6021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02485" y="5158622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DC6B5B4-2F74-D9EC-D039-D3727E905A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3D0CA6F-CCA5-1C22-4F89-C02126D39F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29C3376-AE93-D01C-5830-BA4AB452FE4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68546" y="1397768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BC915B9-4166-C586-8D4B-D6987653EA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536BE4B-0D59-0A21-8677-1653E9A86AA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68ECA9C-BB31-4BB0-BF9A-9D0043D412F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0BB765D-CAAE-4E01-7835-EC7B57B2198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E375847-5A52-48E6-9845-FF2B762803B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F74EC4E-81C1-19A0-A7D6-DFD7028AC9B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9F6BF39-C008-733B-704C-F71C61133C4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Google Shape;82;p24">
            <a:extLst>
              <a:ext uri="{FF2B5EF4-FFF2-40B4-BE49-F238E27FC236}">
                <a16:creationId xmlns:a16="http://schemas.microsoft.com/office/drawing/2014/main" xmlns="" id="{939AB8A8-8D2A-A013-67EB-C4E197A2B203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54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 with Lef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F847877-5D6B-7E1F-1910-95A2DE69C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2606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311590" y="1365250"/>
            <a:ext cx="1864038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71850" y="2379789"/>
            <a:ext cx="826135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71850" y="3550506"/>
            <a:ext cx="826135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1771681" y="2363916"/>
            <a:ext cx="943855" cy="2130168"/>
            <a:chOff x="1950885" y="4827717"/>
            <a:chExt cx="458999" cy="1035906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50885" y="5406423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BD17C2E8-5C61-D760-DCB2-DB31DA7E912E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2675288-14E1-8ADC-6E7E-8D3DF45BE80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AE8CC54-6792-17F8-D3C9-4A99D1D935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5FEFFF2-2FB9-013F-F6F9-96E63237EBC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3097202-1921-D6B5-6904-3E8473D308C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65B4D36-31BD-2B11-7091-0C619DFF93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60C04F2-F462-CEE1-9E14-E8151C4DA8E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FCD9DF6-1793-1128-30BC-DA7B29573F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44D1F40-9288-A7A2-C163-51168B15EB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FE4014B-1F1D-F7B0-FED8-E76E76636A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F831050-0D74-D02E-2CEE-307F17E58B1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2036875-E85B-466F-2452-B0409C38C97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E01668D-867A-25BA-3259-8C8D51BB45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9B7FAF6-7C20-DAD7-700E-F5A7B83DAAB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265E2A4-F29F-8C32-F8AD-61A29C9B1D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AFFA4C9-DB73-C7DB-AA0D-30F15D23E42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9B4CEEF-A15F-EA54-A0E6-9054241D368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B9BD0E5-C11A-AA1D-EC3E-61D0D0C308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Rectangle: Single Corner Rounded 28">
            <a:extLst>
              <a:ext uri="{FF2B5EF4-FFF2-40B4-BE49-F238E27FC236}">
                <a16:creationId xmlns:a16="http://schemas.microsoft.com/office/drawing/2014/main" xmlns="" id="{43BA5D5C-7867-1634-4DB9-18CED4FEF7D9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1CCED47-A41C-516D-F607-824EF0EB2BE8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920815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ecture N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A53CA52-31B9-3A77-2823-E105AD74D8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xmlns="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0DB26DF6-9475-9193-1ABA-DCCB2E39B4B0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B2DC3E2-513C-2FC0-A79B-AA2D4107228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FA83FBD-9BAB-FF7F-E029-9BA4EBE075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1AAD538-FF94-65D4-4C5E-30DD890783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3B8C9B5-F5A9-3BCA-909D-8F6FC85578D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257332A-CE3C-09E7-EE65-A670DBADFC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4E14C98-7284-C5BC-6D77-C05C6D4BC0D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D2FF988-C167-702C-EC57-1A0001C0DD3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6485F8C-5277-B97B-52FA-B6366EB93E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694840C-316F-D2BA-321F-651A3EBD57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ADD3ECF-D3D5-EAC5-411F-E13E13301A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BB5171-7BA9-E2F2-C2A9-DD58651CDF1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ED1A7A3-B815-71DC-9D32-9ABD788CDA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CA931C7-9424-829E-4CB9-2868DF5AF0D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A908515-A8E6-6AF5-22BC-3CA2DE55AD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04036C4-BCF4-00D8-85F5-BFF24B5CAEE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735749C-98ED-1D52-D759-A43399C079A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D0BBF1-0096-3974-2366-DA7603219AE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xmlns="" id="{749464A5-FC53-CB85-A728-217E6696E5A3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E04C8371-F443-1F1B-34A0-A3A7DD2B426C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1328409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99" name="Group 4098">
            <a:extLst>
              <a:ext uri="{FF2B5EF4-FFF2-40B4-BE49-F238E27FC236}">
                <a16:creationId xmlns:a16="http://schemas.microsoft.com/office/drawing/2014/main" xmlns="" id="{FA0F5532-CEFD-DD01-3C61-7C7BF58704CD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A7441D8B-0A58-19FB-F5E0-2EC0933BF08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4499C0E-5B25-DFA7-3BF0-1ADA8930B3B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2660B8D-0147-A7AE-C2DB-27D8A8B65B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3527535-22ED-8539-7B16-0CF5347C3A9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92D96E9-8A64-0879-2D3D-37798FB195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01D60CF-033F-1D8F-61C2-B4199336D4B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7BD762B-C204-08C9-8638-1519DDDC1C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F51B538-5CA3-E2D8-AEF9-2212CC86026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205D912-E0CB-2A83-56D1-F7957BAE6CC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ABEC6B6-5F4B-2EA6-A409-19F91C2901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3F15070-1191-9EAF-E085-52C88E9F89C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544368E-82E6-63D3-A0D0-653CAEF1E7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80D23E49-2470-7FDA-27B3-522A3D070A2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9F63876-6F02-61B8-027A-3DA41FAE3D4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8211E1D1-DAB6-3006-023F-A7036481263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332AE41-DE54-00AB-1F67-C74C9B273A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F7E6F3F-CE48-9EA0-B0DA-87DB0CD201D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82;p24">
            <a:extLst>
              <a:ext uri="{FF2B5EF4-FFF2-40B4-BE49-F238E27FC236}">
                <a16:creationId xmlns:a16="http://schemas.microsoft.com/office/drawing/2014/main" xmlns="" id="{5217E10A-CA63-7A57-03CB-9061CD99B1F2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8341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2F6B822-4878-CE66-7914-B9E9D84C36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97" name="Group 4096">
            <a:extLst>
              <a:ext uri="{FF2B5EF4-FFF2-40B4-BE49-F238E27FC236}">
                <a16:creationId xmlns:a16="http://schemas.microsoft.com/office/drawing/2014/main" xmlns="" id="{03245A72-678A-458C-04E8-FFFECEBCFF0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09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813B801-927E-41EF-E02A-C398474DF0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9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4768EDF-C4F7-EE70-2452-DA34FAD43A4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1F19D82-B836-AEB3-199F-964897E06B5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D534662-92A1-EF8A-2498-E0A9CE0C766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7442E89-295C-84D6-CF2C-E9F77F887B5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0B096B7-93D7-04DD-85B3-ED370A1B7F3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04253CE-6429-6222-0EB5-262CC0CA20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99EFC06-ECCA-24D3-6B58-669DB109E7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B5714F2-44F7-8A13-FFC2-96636CF4816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3E2BE3A-9459-8B43-3B96-94255A2A8C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922DF5F-0D6F-72C2-006D-8A06723FCD1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42A20B5-85A2-B92C-666F-0F03F69A073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4219F12-99D3-9621-34F2-540A9AD61CA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40E4C70-DA73-269B-37B0-476783D4BD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6C7E3F3-66B5-F596-12C8-C3C50F0724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6AB8705-8B3D-C217-A81C-5F9CF63A029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2F325EA-8E70-A44B-4B9E-04286285621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96" name="Text Placeholder 3">
            <a:extLst>
              <a:ext uri="{FF2B5EF4-FFF2-40B4-BE49-F238E27FC236}">
                <a16:creationId xmlns:a16="http://schemas.microsoft.com/office/drawing/2014/main" xmlns="" id="{B56125E8-88A8-608F-3323-4FDE51F03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Google Shape;82;p24">
            <a:extLst>
              <a:ext uri="{FF2B5EF4-FFF2-40B4-BE49-F238E27FC236}">
                <a16:creationId xmlns:a16="http://schemas.microsoft.com/office/drawing/2014/main" xmlns="" id="{61FC9036-995B-EA9F-9472-E98C0D17A70C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3496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xmlns="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rgbClr val="A6CFC0"/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xmlns="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xmlns="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843640"/>
            <a:ext cx="9144000" cy="11707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rgbClr val="A6CF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xmlns="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xmlns="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xmlns="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xmlns="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xmlns="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rgbClr val="A6CF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BFC48E4-526E-5AA8-9063-C3C53F66B11D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xmlns="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6316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xmlns="" id="{155AE037-307C-43CB-509A-1F04F35A27D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86F0732-8C92-50E8-89E7-B4560E098B1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05DA643-1D33-85CD-0B24-588715F478C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074E181-92B6-34AA-00AB-C546432B509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8D2EC3B-BE31-9CA0-D7CA-D98000EDFC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ECE8B94-7432-0F97-B1DE-D597B0E299E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3593981" y="5667375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497E498-B404-F0D7-710D-A8CD4771A69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E2D0145-EC93-D150-8EFC-A3D8C3F4F5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AA6DC107-7FCE-B767-2477-E6478CE2662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F5B8F29-B3E4-8CE0-7A82-640677705D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8A5107B-2F86-CF04-2EBE-1DDD9AEF89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3C87772-2447-0DE2-A78C-C3FD2A41A1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267072" y="211228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6A7A5FD-94FB-CCA2-799E-615F863942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FE10F7A-4484-5527-C538-83542C90965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9772FAE-66C6-2CB6-8195-DAF6FD39330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7D3E21B-56E4-0D64-A07B-D6F4FB97A0E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EB126CE-8B1F-EC26-8B9F-2128AEB2F79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46B5CE0-F3B2-3645-E740-2234C86201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FB89EC3-9DF1-A1E4-BEA2-36B1DF87EEB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649D6C7-11B3-C738-1510-DBE16DB04E08}"/>
              </a:ext>
            </a:extLst>
          </p:cNvPr>
          <p:cNvSpPr/>
          <p:nvPr userDrawn="1"/>
        </p:nvSpPr>
        <p:spPr>
          <a:xfrm>
            <a:off x="0" y="20029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5E056488-6100-84A2-6A94-AE41407EDA0D}"/>
              </a:ext>
            </a:extLst>
          </p:cNvPr>
          <p:cNvGrpSpPr/>
          <p:nvPr userDrawn="1"/>
        </p:nvGrpSpPr>
        <p:grpSpPr>
          <a:xfrm>
            <a:off x="10582731" y="4573911"/>
            <a:ext cx="1090382" cy="696686"/>
            <a:chOff x="10495645" y="4630059"/>
            <a:chExt cx="1090382" cy="696686"/>
          </a:xfrm>
          <a:solidFill>
            <a:srgbClr val="A6CFC0"/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xmlns="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xmlns="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8" name="Picture 4" descr="Python Logo PNG Transparent – Brands Logos">
            <a:extLst>
              <a:ext uri="{FF2B5EF4-FFF2-40B4-BE49-F238E27FC236}">
                <a16:creationId xmlns:a16="http://schemas.microsoft.com/office/drawing/2014/main" xmlns="" id="{AFC39FE0-99F6-CC7E-B041-EC521B1BF8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655" y="5831621"/>
            <a:ext cx="640080" cy="637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B9BC8F41-9136-3ED4-4F03-CF175CCAF15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D3A1D6C1-4927-89A7-B434-47814B8B16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D0906518-0E81-A82C-A4FE-D0AFAFF590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04B67E23-C6E6-355A-CCE3-E7EAB68EFF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rgbClr val="A6CF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7677" y="2566833"/>
            <a:ext cx="7019744" cy="937126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rgbClr val="A6CF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0A4EEA-AAE7-5304-5111-D6F94C69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7678" y="3716333"/>
            <a:ext cx="7019742" cy="645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6B297A53-70DA-A52B-2748-3024E24D9B08}"/>
              </a:ext>
            </a:extLst>
          </p:cNvPr>
          <p:cNvGrpSpPr/>
          <p:nvPr userDrawn="1"/>
        </p:nvGrpSpPr>
        <p:grpSpPr>
          <a:xfrm>
            <a:off x="0" y="1792513"/>
            <a:ext cx="3675742" cy="3323772"/>
            <a:chOff x="0" y="1979288"/>
            <a:chExt cx="3675742" cy="3323772"/>
          </a:xfrm>
          <a:solidFill>
            <a:srgbClr val="A6CFC0"/>
          </a:solidFill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xmlns="" id="{51191BAE-7C5B-0A80-6F2D-D0190D18E234}"/>
                </a:ext>
              </a:extLst>
            </p:cNvPr>
            <p:cNvSpPr/>
            <p:nvPr userDrawn="1"/>
          </p:nvSpPr>
          <p:spPr>
            <a:xfrm>
              <a:off x="963840" y="1979288"/>
              <a:ext cx="1778000" cy="3323772"/>
            </a:xfrm>
            <a:prstGeom prst="parallelogram">
              <a:avLst>
                <a:gd name="adj" fmla="val 67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xmlns="" id="{224FF31A-CFCE-BDA2-29CB-B2CEBAB251BD}"/>
                </a:ext>
              </a:extLst>
            </p:cNvPr>
            <p:cNvSpPr/>
            <p:nvPr userDrawn="1"/>
          </p:nvSpPr>
          <p:spPr>
            <a:xfrm>
              <a:off x="1897742" y="1979288"/>
              <a:ext cx="1778000" cy="3323772"/>
            </a:xfrm>
            <a:prstGeom prst="parallelogram">
              <a:avLst>
                <a:gd name="adj" fmla="val 67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xmlns="" id="{1D78F709-B334-E3FB-9A69-18FE7DB7BFFB}"/>
                </a:ext>
              </a:extLst>
            </p:cNvPr>
            <p:cNvSpPr/>
            <p:nvPr userDrawn="1"/>
          </p:nvSpPr>
          <p:spPr>
            <a:xfrm>
              <a:off x="0" y="1980649"/>
              <a:ext cx="1866900" cy="3321050"/>
            </a:xfrm>
            <a:custGeom>
              <a:avLst/>
              <a:gdLst>
                <a:gd name="connsiteX0" fmla="*/ 1866900 w 1866900"/>
                <a:gd name="connsiteY0" fmla="*/ 0 h 3321050"/>
                <a:gd name="connsiteX1" fmla="*/ 0 w 1866900"/>
                <a:gd name="connsiteY1" fmla="*/ 0 h 3321050"/>
                <a:gd name="connsiteX2" fmla="*/ 0 w 1866900"/>
                <a:gd name="connsiteY2" fmla="*/ 3321050 h 3321050"/>
                <a:gd name="connsiteX3" fmla="*/ 679450 w 1866900"/>
                <a:gd name="connsiteY3" fmla="*/ 3321050 h 3321050"/>
                <a:gd name="connsiteX4" fmla="*/ 1866900 w 1866900"/>
                <a:gd name="connsiteY4" fmla="*/ 0 h 332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6900" h="3321050">
                  <a:moveTo>
                    <a:pt x="1866900" y="0"/>
                  </a:moveTo>
                  <a:lnTo>
                    <a:pt x="0" y="0"/>
                  </a:lnTo>
                  <a:lnTo>
                    <a:pt x="0" y="3321050"/>
                  </a:lnTo>
                  <a:lnTo>
                    <a:pt x="679450" y="3321050"/>
                  </a:lnTo>
                  <a:lnTo>
                    <a:pt x="186690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2C77FF52-AB64-FDC4-6CAA-13D96BA5000A}"/>
              </a:ext>
            </a:extLst>
          </p:cNvPr>
          <p:cNvSpPr txBox="1">
            <a:spLocks/>
          </p:cNvSpPr>
          <p:nvPr userDrawn="1"/>
        </p:nvSpPr>
        <p:spPr>
          <a:xfrm>
            <a:off x="3796619" y="2814220"/>
            <a:ext cx="1054781" cy="1280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6B732328-9BBF-CD0F-62A7-D6860919765C}"/>
              </a:ext>
            </a:extLst>
          </p:cNvPr>
          <p:cNvCxnSpPr>
            <a:cxnSpLocks/>
          </p:cNvCxnSpPr>
          <p:nvPr userDrawn="1"/>
        </p:nvCxnSpPr>
        <p:spPr>
          <a:xfrm>
            <a:off x="4900749" y="2538088"/>
            <a:ext cx="0" cy="22061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36E7069-684C-8493-BFEA-9D15BC1B6A8E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pic>
        <p:nvPicPr>
          <p:cNvPr id="8" name="Picture 2" descr="Django Icon #266158 - Free Icons Library">
            <a:extLst>
              <a:ext uri="{FF2B5EF4-FFF2-40B4-BE49-F238E27FC236}">
                <a16:creationId xmlns:a16="http://schemas.microsoft.com/office/drawing/2014/main" xmlns="" id="{F2FE81B2-E2DA-5EB4-FEEE-FA6D844A24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7" t="3918" r="4003" b="4265"/>
          <a:stretch/>
        </p:blipFill>
        <p:spPr bwMode="auto">
          <a:xfrm>
            <a:off x="10034700" y="5810245"/>
            <a:ext cx="641645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689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rgbClr val="035160"/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rgbClr val="A6CF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xmlns="" id="{A1800599-46EB-6C1A-2632-F6002F0C2411}"/>
              </a:ext>
            </a:extLst>
          </p:cNvPr>
          <p:cNvSpPr/>
          <p:nvPr userDrawn="1"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xmlns="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035160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F5BA3FB-7AB2-C0CE-D7BC-221E236C4F6C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74358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rgbClr val="035160"/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rgbClr val="A6CF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xmlns="" id="{A1800599-46EB-6C1A-2632-F6002F0C2411}"/>
              </a:ext>
            </a:extLst>
          </p:cNvPr>
          <p:cNvSpPr/>
          <p:nvPr userDrawn="1"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8350" y="249255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xmlns="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035160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F5BA3FB-7AB2-C0CE-D7BC-221E236C4F6C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1D558EE7-0CF1-9467-246A-2C3A51ABD424}"/>
              </a:ext>
            </a:extLst>
          </p:cNvPr>
          <p:cNvGrpSpPr/>
          <p:nvPr userDrawn="1"/>
        </p:nvGrpSpPr>
        <p:grpSpPr>
          <a:xfrm>
            <a:off x="2213413" y="4839956"/>
            <a:ext cx="983374" cy="457200"/>
            <a:chOff x="1950885" y="4827717"/>
            <a:chExt cx="983374" cy="457200"/>
          </a:xfrm>
        </p:grpSpPr>
        <p:pic>
          <p:nvPicPr>
            <p:cNvPr id="6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3565F116-F5D7-8AE7-A33E-8892A0E8888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3CB80A5A-F99E-BC76-9B24-B032E23C610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89654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487488"/>
            <a:ext cx="10506075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xmlns="" id="{981EAA2F-43B5-229C-68B5-4BF4208823A0}"/>
              </a:ext>
            </a:extLst>
          </p:cNvPr>
          <p:cNvSpPr/>
          <p:nvPr userDrawn="1"/>
        </p:nvSpPr>
        <p:spPr>
          <a:xfrm flipV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3922FC2B-89C1-F942-02D5-73110BCBB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31557E2-91DC-FE2D-645F-1D1D8F5081F7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DB434691-82AE-A904-624D-9000705A3A1B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39A5E333-7A6B-9A27-1A7F-83FF92CA047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jango Icon #266158 - Free Icons Library">
              <a:extLst>
                <a:ext uri="{FF2B5EF4-FFF2-40B4-BE49-F238E27FC236}">
                  <a16:creationId xmlns:a16="http://schemas.microsoft.com/office/drawing/2014/main" xmlns="" id="{E58272E9-1418-3D08-C47B-91F7F87784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408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xmlns="" id="{93C060DF-9207-CA53-290F-94959ABE3A16}"/>
              </a:ext>
            </a:extLst>
          </p:cNvPr>
          <p:cNvSpPr/>
          <p:nvPr userDrawn="1"/>
        </p:nvSpPr>
        <p:spPr>
          <a:xfrm flipV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487488"/>
            <a:ext cx="10506075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xmlns="" id="{4E75D9B7-F70F-8C2C-2D1E-50D1E0C00FED}"/>
              </a:ext>
            </a:extLst>
          </p:cNvPr>
          <p:cNvSpPr/>
          <p:nvPr userDrawn="1"/>
        </p:nvSpPr>
        <p:spPr>
          <a:xfrm flipH="1" flipV="1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xmlns="" id="{476BFF34-9624-6603-EF6B-16AF8CA6A251}"/>
              </a:ext>
            </a:extLst>
          </p:cNvPr>
          <p:cNvSpPr/>
          <p:nvPr userDrawn="1"/>
        </p:nvSpPr>
        <p:spPr>
          <a:xfrm flipV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111013F-46A0-DD79-A0FC-C45C72240DFD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ED39E99-EE27-69BF-D006-D581D562CD09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9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8ACF82FD-8A11-E4EC-D9C0-EC8BB42CF9E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Django Icon #266158 - Free Icons Library">
              <a:extLst>
                <a:ext uri="{FF2B5EF4-FFF2-40B4-BE49-F238E27FC236}">
                  <a16:creationId xmlns:a16="http://schemas.microsoft.com/office/drawing/2014/main" xmlns="" id="{42B3E75A-034B-CCE1-D0D8-78A3402CB22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8464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480309"/>
            <a:ext cx="11024550" cy="589738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857871"/>
            <a:ext cx="10506075" cy="51422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xmlns="" id="{BBBC04F9-E5ED-26D6-F533-0DE2F3E8CA28}"/>
              </a:ext>
            </a:extLst>
          </p:cNvPr>
          <p:cNvSpPr/>
          <p:nvPr userDrawn="1"/>
        </p:nvSpPr>
        <p:spPr>
          <a:xfrm flipH="1" flipV="1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xmlns="" id="{35715C5E-117B-BAA0-01F3-528A3988DF29}"/>
              </a:ext>
            </a:extLst>
          </p:cNvPr>
          <p:cNvSpPr/>
          <p:nvPr userDrawn="1"/>
        </p:nvSpPr>
        <p:spPr>
          <a:xfrm flipV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F157D36-C12D-AB8A-2A79-630665325988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3B16E93B-1153-C86F-6014-F4E9EE71689B}"/>
              </a:ext>
            </a:extLst>
          </p:cNvPr>
          <p:cNvGrpSpPr/>
          <p:nvPr userDrawn="1"/>
        </p:nvGrpSpPr>
        <p:grpSpPr>
          <a:xfrm>
            <a:off x="5604313" y="6196873"/>
            <a:ext cx="983374" cy="457200"/>
            <a:chOff x="1950885" y="4827717"/>
            <a:chExt cx="983374" cy="457200"/>
          </a:xfrm>
        </p:grpSpPr>
        <p:pic>
          <p:nvPicPr>
            <p:cNvPr id="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2ECC214-95A5-3148-3D29-AC2BD22DF7B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jango Icon #266158 - Free Icons Library">
              <a:extLst>
                <a:ext uri="{FF2B5EF4-FFF2-40B4-BE49-F238E27FC236}">
                  <a16:creationId xmlns:a16="http://schemas.microsoft.com/office/drawing/2014/main" xmlns="" id="{C29E2FA2-02D6-7F7D-8D65-F7575CED2B0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5603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xmlns="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1631713"/>
            <a:ext cx="11024550" cy="491337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xmlns="" id="{39CDC3B5-6EEE-B79F-8548-68D670904D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881595"/>
            <a:ext cx="10342562" cy="43783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7CC3141-72F6-054A-9AFF-844455B07A01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FD81B035-E549-F297-849C-B6FC83FDB32B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4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0AF32D02-D081-47DA-370B-D63AB40CF46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Django Icon #266158 - Free Icons Library">
              <a:extLst>
                <a:ext uri="{FF2B5EF4-FFF2-40B4-BE49-F238E27FC236}">
                  <a16:creationId xmlns:a16="http://schemas.microsoft.com/office/drawing/2014/main" xmlns="" id="{EC1D3776-5CB7-01BB-F0B6-892538BADA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89818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412055" y="-3132655"/>
            <a:ext cx="1079500" cy="790361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358959" y="-3168460"/>
            <a:ext cx="1079500" cy="7797419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90617" y="576915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6701767" y="5810699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489055" y="1754701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593981" y="5667375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592138" y="3153735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848534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D81086BF-9E35-8DD0-3C0A-2928A6196E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C2FE9C4-3ED0-F6A0-DFBC-B5DD154906E5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27034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105150" y="-2825750"/>
            <a:ext cx="1079500" cy="728980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056178" y="-2865678"/>
            <a:ext cx="1079500" cy="71918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Title 1">
            <a:extLst>
              <a:ext uri="{FF2B5EF4-FFF2-40B4-BE49-F238E27FC236}">
                <a16:creationId xmlns:a16="http://schemas.microsoft.com/office/drawing/2014/main" xmlns="" id="{6C633B9D-B37F-97F4-6A52-F6EA3B37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07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867E8C5D-9FAF-E736-C430-2F4420844A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Text Placeholder 3">
            <a:extLst>
              <a:ext uri="{FF2B5EF4-FFF2-40B4-BE49-F238E27FC236}">
                <a16:creationId xmlns:a16="http://schemas.microsoft.com/office/drawing/2014/main" xmlns="" id="{A0C0FF61-BA02-A07E-43E7-12E08C4D75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2EE5523-3DF7-C52D-B9E7-7CECA7171CC2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19482538-0C55-0286-AC8C-2C59BE5FCF5B}"/>
              </a:ext>
            </a:extLst>
          </p:cNvPr>
          <p:cNvGrpSpPr/>
          <p:nvPr userDrawn="1"/>
        </p:nvGrpSpPr>
        <p:grpSpPr>
          <a:xfrm>
            <a:off x="84742" y="5667375"/>
            <a:ext cx="467480" cy="1083963"/>
            <a:chOff x="1942404" y="4200954"/>
            <a:chExt cx="467480" cy="1083963"/>
          </a:xfrm>
        </p:grpSpPr>
        <p:pic>
          <p:nvPicPr>
            <p:cNvPr id="4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F9B12832-F48B-C37A-A8B5-B4CDAE58CC8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Django Icon #266158 - Free Icons Library">
              <a:extLst>
                <a:ext uri="{FF2B5EF4-FFF2-40B4-BE49-F238E27FC236}">
                  <a16:creationId xmlns:a16="http://schemas.microsoft.com/office/drawing/2014/main" xmlns="" id="{7E2BD80E-3746-D447-50F8-8A96C7CE8D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06995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253DE8-B57F-AC5E-27E7-68061144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46" y="1825625"/>
            <a:ext cx="1032365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92C32D4-3F74-640D-5B68-9755E8B50157}"/>
              </a:ext>
            </a:extLst>
          </p:cNvPr>
          <p:cNvSpPr/>
          <p:nvPr userDrawn="1"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1922264" y="179853"/>
            <a:ext cx="8347472" cy="1204890"/>
          </a:xfrm>
          <a:prstGeom prst="roundRect">
            <a:avLst>
              <a:gd name="adj" fmla="val 1951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4957D90B-B80A-49A4-58A3-8E78D021AD4A}"/>
              </a:ext>
            </a:extLst>
          </p:cNvPr>
          <p:cNvGrpSpPr/>
          <p:nvPr userDrawn="1"/>
        </p:nvGrpSpPr>
        <p:grpSpPr>
          <a:xfrm>
            <a:off x="4548188" y="6534150"/>
            <a:ext cx="3095625" cy="323850"/>
            <a:chOff x="4886325" y="6534150"/>
            <a:chExt cx="3095625" cy="323850"/>
          </a:xfrm>
        </p:grpSpPr>
        <p:sp>
          <p:nvSpPr>
            <p:cNvPr id="15" name="Rectangle: Single Corner Rounded 14">
              <a:extLst>
                <a:ext uri="{FF2B5EF4-FFF2-40B4-BE49-F238E27FC236}">
                  <a16:creationId xmlns:a16="http://schemas.microsoft.com/office/drawing/2014/main" xmlns="" id="{BD0BBBCE-1C2F-3BDB-C918-7E6617A2076B}"/>
                </a:ext>
              </a:extLst>
            </p:cNvPr>
            <p:cNvSpPr/>
            <p:nvPr userDrawn="1"/>
          </p:nvSpPr>
          <p:spPr>
            <a:xfrm rot="5400000" flipH="1">
              <a:off x="6877050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Single Corner Rounded 15">
              <a:extLst>
                <a:ext uri="{FF2B5EF4-FFF2-40B4-BE49-F238E27FC236}">
                  <a16:creationId xmlns:a16="http://schemas.microsoft.com/office/drawing/2014/main" xmlns="" id="{F3261EAC-1234-2D53-1B26-109E1CE991D7}"/>
                </a:ext>
              </a:extLst>
            </p:cNvPr>
            <p:cNvSpPr/>
            <p:nvPr userDrawn="1"/>
          </p:nvSpPr>
          <p:spPr>
            <a:xfrm rot="16200000">
              <a:off x="5667375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653" y="238645"/>
            <a:ext cx="7476053" cy="1068070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035160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22B85B7-B329-8D3F-43E8-5E9CE0A828F4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7C9C6D0-9B61-EBD0-5004-57EC29C77219}"/>
              </a:ext>
            </a:extLst>
          </p:cNvPr>
          <p:cNvGrpSpPr/>
          <p:nvPr userDrawn="1"/>
        </p:nvGrpSpPr>
        <p:grpSpPr>
          <a:xfrm>
            <a:off x="2075294" y="428355"/>
            <a:ext cx="348729" cy="732107"/>
            <a:chOff x="1942404" y="4303509"/>
            <a:chExt cx="467480" cy="981408"/>
          </a:xfrm>
        </p:grpSpPr>
        <p:pic>
          <p:nvPicPr>
            <p:cNvPr id="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2BAE9887-0D78-655E-752E-8F172AB01E0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Django Icon #266158 - Free Icons Library">
              <a:extLst>
                <a:ext uri="{FF2B5EF4-FFF2-40B4-BE49-F238E27FC236}">
                  <a16:creationId xmlns:a16="http://schemas.microsoft.com/office/drawing/2014/main" xmlns="" id="{98EEAA7F-4CAC-E7E6-4F14-DDE83FC09C1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303509"/>
              <a:ext cx="458318" cy="457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99035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0A4EEA-AAE7-5304-5111-D6F94C69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CC15CB0-F855-0DE4-09BB-2AC7998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2E1B-B2DB-4B0C-86FF-4E50C6945317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30BBE1-04E9-C8D3-9736-DC8B152F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0104F5-2BB3-3388-9F58-9445C122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44819"/>
      </p:ext>
    </p:extLst>
  </p:cSld>
  <p:clrMapOvr>
    <a:masterClrMapping/>
  </p:clrMapOvr>
  <p:transition spd="med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253DE8-B57F-AC5E-27E7-68061144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46" y="1825625"/>
            <a:ext cx="1032365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F1C3EF-AB55-7F58-F83D-2B639936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BF87-5769-4D33-B480-897940684496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4BFD88-D54C-8454-2C07-C67D7A42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E6A11CC-2953-5BCB-6C37-C728ECF8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63483" y="6378715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fld id="{82191E0B-3CC6-47CC-B1C5-29A4C4EF687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xmlns="" id="{C15A3681-FB8C-0718-74C8-1947D93860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51978" y="5349878"/>
            <a:ext cx="1203644" cy="119299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A4394391-CBE7-9C2A-6BD8-08DA8FB3B9C3}"/>
              </a:ext>
            </a:extLst>
          </p:cNvPr>
          <p:cNvGrpSpPr/>
          <p:nvPr userDrawn="1"/>
        </p:nvGrpSpPr>
        <p:grpSpPr>
          <a:xfrm>
            <a:off x="365760" y="527031"/>
            <a:ext cx="8528857" cy="1198094"/>
            <a:chOff x="365761" y="527031"/>
            <a:chExt cx="6370320" cy="119809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xmlns="" id="{BC731176-2BC8-D1F8-EE64-429B982D7D31}"/>
                </a:ext>
              </a:extLst>
            </p:cNvPr>
            <p:cNvSpPr/>
            <p:nvPr/>
          </p:nvSpPr>
          <p:spPr>
            <a:xfrm>
              <a:off x="457201" y="612605"/>
              <a:ext cx="6278880" cy="1112520"/>
            </a:xfrm>
            <a:prstGeom prst="roundRect">
              <a:avLst/>
            </a:prstGeom>
            <a:solidFill>
              <a:srgbClr val="A6CF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xmlns="" id="{112947A3-33B6-269D-3C3C-D19E900AE101}"/>
                </a:ext>
              </a:extLst>
            </p:cNvPr>
            <p:cNvSpPr/>
            <p:nvPr/>
          </p:nvSpPr>
          <p:spPr>
            <a:xfrm>
              <a:off x="365761" y="527031"/>
              <a:ext cx="6278880" cy="1112520"/>
            </a:xfrm>
            <a:prstGeom prst="roundRect">
              <a:avLst/>
            </a:prstGeom>
            <a:solidFill>
              <a:srgbClr val="0042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200" dirty="0"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B55A2E-2BCB-21EB-4569-A99BAFE64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199" y="578168"/>
            <a:ext cx="7795491" cy="106807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5670892"/>
      </p:ext>
    </p:extLst>
  </p:cSld>
  <p:clrMapOvr>
    <a:masterClrMapping/>
  </p:clrMapOvr>
  <p:transition spd="med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FB57E0-4DC2-9902-73FB-F02D6DBAD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39" y="1709738"/>
            <a:ext cx="3368233" cy="2852737"/>
          </a:xfrm>
        </p:spPr>
        <p:txBody>
          <a:bodyPr anchor="ctr">
            <a:normAutofit/>
          </a:bodyPr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A66C365-DB49-BE1F-7276-4B5579D4E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0977" y="2386012"/>
            <a:ext cx="7581418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5871670-2B75-FACA-683C-216346F1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E6D2-49E5-4F1D-A14A-A9A51A506BD0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90B091-63F7-01DA-70F8-2CFD15C5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xmlns="" id="{120B8CC6-0CC9-8C8F-5BDF-28C5DC0F72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51978" y="5349878"/>
            <a:ext cx="1203644" cy="119299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748CF5A0-4195-9956-D5FB-61840047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63483" y="6378715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fld id="{82191E0B-3CC6-47CC-B1C5-29A4C4EF68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82922"/>
      </p:ext>
    </p:extLst>
  </p:cSld>
  <p:clrMapOvr>
    <a:masterClrMapping/>
  </p:clrMapOvr>
  <p:transition spd="med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00A1FD-D041-4FBF-7853-3105A615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1AB20B-3D44-DFE9-BA91-FF12B43BA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1237040-D39E-332D-05FB-5571E15AE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A7A3478-1E75-472C-A6FA-7C777315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0F202-FE58-4F6C-B925-2FF390FEFFFC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77A3740-AD57-CF1A-70ED-E3A79780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00FD506-693B-4C58-145B-6A04B314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8075"/>
      </p:ext>
    </p:extLst>
  </p:cSld>
  <p:clrMapOvr>
    <a:masterClrMapping/>
  </p:clrMapOvr>
  <p:transition spd="med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A1FC4B-A3A5-B86A-C83D-BD1F94F5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6ED69AA-FCF7-7EB0-1E5F-D21215EA3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B46551D-B22C-952B-6DEF-F45839E1C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2F5BF80-C13F-44FC-6F98-9B1772A84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37D7551-8D69-6A41-FAD4-C668B9FB0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0FA2078-5F91-4832-8C99-80FE50D8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3BB-F484-42AE-B2FE-71CA8C3D3AE8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3FFA32-C762-54A1-9ACF-221255D6D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B1AAC9B-00A7-D2FF-D420-E190B53E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37360"/>
      </p:ext>
    </p:extLst>
  </p:cSld>
  <p:clrMapOvr>
    <a:masterClrMapping/>
  </p:clrMapOvr>
  <p:transition spd="med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CC2024-EE2E-FD2C-6981-079C5616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5AAD1CF-E6DA-D3D9-24B9-5321D0DF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76E82-7E02-4B69-8BEE-89686FFFEF81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9FB21F9-C17C-EB79-ECF1-4621F8A9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12FC841-9A10-CBD0-F5AD-B863CBC9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87982"/>
      </p:ext>
    </p:extLst>
  </p:cSld>
  <p:clrMapOvr>
    <a:masterClrMapping/>
  </p:clrMapOvr>
  <p:transition spd="med"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0445728-5DD8-3378-B753-501D4D18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B73F-9411-4A5C-B9ED-3B1ACF393399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1B08DBE-1ACF-C2F4-D763-955203071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2CDD9AD-B150-832E-4DB9-6BA4262B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0726"/>
      </p:ext>
    </p:extLst>
  </p:cSld>
  <p:clrMapOvr>
    <a:masterClrMapping/>
  </p:clrMapOvr>
  <p:transition spd="med"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E06F50-4B3A-4816-2439-09904BCD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192C52-FE2D-E27F-697E-70FB30F7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82043DB-AC60-C48C-74E3-8112710C2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B6946CB-972B-5565-882F-A259564D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DD18-DEDD-4618-B8D3-89F7DEA7F796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4D10091-E94C-FD28-B41F-85DEA5F5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2296339-E5D2-3B2F-31AF-1476E33A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85786"/>
      </p:ext>
    </p:extLst>
  </p:cSld>
  <p:clrMapOvr>
    <a:masterClrMapping/>
  </p:clrMapOvr>
  <p:transition spd="med"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E5C14E-75AA-0C92-F220-3AAD7AD3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9D90DA2-C411-59D6-4C0C-908991AAA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7EF6445-67A7-9662-AE24-DB75D0A01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6C8D6E-C325-CB08-913E-5D0CFA8D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A9BB6-EC60-43E1-BA80-EB28A4ADF470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E6CA266-80A2-77E9-30D1-7A8873A5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44294D4-AA30-7B04-9372-313CB265A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10358"/>
      </p:ext>
    </p:extLst>
  </p:cSld>
  <p:clrMapOvr>
    <a:masterClrMapping/>
  </p:clrMapOvr>
  <p:transition spd="med">
    <p:pull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BB90E4-01CE-88F6-103A-7A7829BC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FEBC952-7B54-418C-1A42-DA6826C6D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8434519-AAED-AEF4-C105-9CCD0ED67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535B-11C8-4DDF-BE63-3629D94C0A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349751-5428-FBDE-66CC-224B9B50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51B834-F95C-7B3F-BCC0-A1A90E5B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26219"/>
      </p:ext>
    </p:extLst>
  </p:cSld>
  <p:clrMapOvr>
    <a:masterClrMapping/>
  </p:clrMapOvr>
  <p:transition spd="med"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1B66E50-E91E-2F9C-617D-B068AD410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373A187-132D-7091-45AC-0B12E1014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7415388-32BB-10B7-CCDD-C9904360C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C14E-526E-4C34-BC74-238283BDC8D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BFBE2B-8378-8CA5-5BFB-FC7894F4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105B319-EFC1-4DBC-9AD3-8A33D05A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03644"/>
      </p:ext>
    </p:extLst>
  </p:cSld>
  <p:clrMapOvr>
    <a:masterClrMapping/>
  </p:clrMapOvr>
  <p:transition spd="med">
    <p:pull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90617" y="576915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6701767" y="5810699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489055" y="1754701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593981" y="5667375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592138" y="3153735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82;p24">
            <a:extLst>
              <a:ext uri="{FF2B5EF4-FFF2-40B4-BE49-F238E27FC236}">
                <a16:creationId xmlns:a16="http://schemas.microsoft.com/office/drawing/2014/main" xmlns="" id="{F8A1DB90-F892-14D4-C6E2-A4B51EFAF446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4397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0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DE0CB34-C072-54FF-FEA3-FFD66EC6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0B0EAD7-AAAE-4D20-E56A-B4D739906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E6877E-A696-A59F-0977-C6CFA1D9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F8224-04E3-4AA6-B0CA-4F042664FEC5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B96CB46-07B0-31F0-7E85-D42F5555B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0033E34-F028-83E8-8DCF-305688484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1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661" r:id="rId6"/>
    <p:sldLayoutId id="2147483673" r:id="rId7"/>
    <p:sldLayoutId id="2147483674" r:id="rId8"/>
    <p:sldLayoutId id="2147483695" r:id="rId9"/>
    <p:sldLayoutId id="2147483691" r:id="rId10"/>
    <p:sldLayoutId id="2147483693" r:id="rId11"/>
    <p:sldLayoutId id="2147483692" r:id="rId12"/>
    <p:sldLayoutId id="2147483675" r:id="rId13"/>
    <p:sldLayoutId id="2147483689" r:id="rId14"/>
    <p:sldLayoutId id="2147483690" r:id="rId15"/>
    <p:sldLayoutId id="2147483676" r:id="rId16"/>
    <p:sldLayoutId id="2147483672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  <p:sldLayoutId id="2147483702" r:id="rId28"/>
  </p:sldLayoutIdLst>
  <p:transition spd="med">
    <p:pull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952846-B3A6-1187-EF8A-1389E0D368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ptos Black" panose="020B0004020202020204" pitchFamily="34" charset="0"/>
              </a:rPr>
              <a:t>“On the way with Python”</a:t>
            </a:r>
          </a:p>
        </p:txBody>
      </p:sp>
    </p:spTree>
    <p:extLst>
      <p:ext uri="{BB962C8B-B14F-4D97-AF65-F5344CB8AC3E}">
        <p14:creationId xmlns:p14="http://schemas.microsoft.com/office/powerpoint/2010/main" val="1371303958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4D0A20-275E-E058-5F63-DD97AF3B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6EF23C65-EF27-A5C0-E0C8-55A61973FB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Operators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039F9AD-B03A-8655-F15D-74372A13D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3437F37B-A3AA-E215-3A96-4D6F73ABB2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Lecture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A83AEB76-B8B4-7E2D-5C8C-633013CCEE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59064039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A2EE777-5829-0C96-448A-16706500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3A308D0-C5DA-0B07-C09D-8DC985633F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dirty="0"/>
              <a:t>In Python, operators are special symbols used to perform operations on variables and values. Operators help in performing calculations, comparisons, logical decisions, and data manipulation.</a:t>
            </a:r>
            <a:endParaRPr lang="en-US" b="0" i="0" dirty="0"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E87C77-2FC7-8C00-D7B2-7091BF7B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03957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611F520-A74C-7ECC-4515-5134ACB86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5052307-F258-A261-89DD-8529BC368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</a:rPr>
              <a:t>Arithmetic Operators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</a:rPr>
              <a:t>Assignment Operators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</a:rPr>
              <a:t>Comparison Operators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</a:rPr>
              <a:t>Logical Operators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</a:rPr>
              <a:t>Bitwise Operators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</a:rPr>
              <a:t>Special Operators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D6FE8F-8D93-960E-2036-65A029398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Types of Python </a:t>
            </a:r>
            <a:r>
              <a:rPr lang="en-US" dirty="0"/>
              <a:t>Operator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463080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120229-17C5-4B10-98F6-2FCB3FC6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715108A-817F-055C-EABB-66A0E9309C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Used to perform mathematical operations.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A71184-3F96-F824-3DC7-A5A521B4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Arithmetic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4EB3197F-3195-9DCD-8DA6-5C7A14A66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698716"/>
              </p:ext>
            </p:extLst>
          </p:nvPr>
        </p:nvGraphicFramePr>
        <p:xfrm>
          <a:off x="2075284" y="2257418"/>
          <a:ext cx="7239000" cy="4111296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xmlns="" val="203531514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xmlns="" val="451933425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xmlns="" val="1193056514"/>
                    </a:ext>
                  </a:extLst>
                </a:gridCol>
              </a:tblGrid>
              <a:tr h="513912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Operator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Operation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33576091"/>
                  </a:ext>
                </a:extLst>
              </a:tr>
              <a:tr h="51391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+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Addition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5 + 2 = 7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31199400"/>
                  </a:ext>
                </a:extLst>
              </a:tr>
              <a:tr h="51391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Subtraction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4 - 2 = 2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97665082"/>
                  </a:ext>
                </a:extLst>
              </a:tr>
              <a:tr h="51391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*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Multiplication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2 * 3 = 6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23694408"/>
                  </a:ext>
                </a:extLst>
              </a:tr>
              <a:tr h="51391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Division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4 / 2 = 2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38051179"/>
                  </a:ext>
                </a:extLst>
              </a:tr>
              <a:tr h="51391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//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Floor Division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10 // 3 = 3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04762136"/>
                  </a:ext>
                </a:extLst>
              </a:tr>
              <a:tr h="51391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%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Modulo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5 % 2 = 1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56069781"/>
                  </a:ext>
                </a:extLst>
              </a:tr>
              <a:tr h="51391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**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Power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4 ** 2 = 16 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00846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554179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F74087D-889C-85FB-22CF-F5F3A115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083A990-7BCA-20C0-86C9-5685B1DF35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090631-44C4-703A-3D33-06BA019EB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Arithmetic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xmlns="" id="{F228F793-552C-1DCB-1A76-31ABEA833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311" y="1270000"/>
            <a:ext cx="3669978" cy="558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55337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CDB1DFE-17ED-25F5-8FDD-4F3310152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43CC0CE-6BE1-E2EF-3B68-1CA8F5E770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Used to assign values to variables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9462C8-CE6B-219C-CFD9-55317EB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Assignment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C3943BB2-463A-9FCB-E07E-B4D7CE170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764795"/>
              </p:ext>
            </p:extLst>
          </p:nvPr>
        </p:nvGraphicFramePr>
        <p:xfrm>
          <a:off x="2294022" y="2153773"/>
          <a:ext cx="8309810" cy="4424827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179217">
                  <a:extLst>
                    <a:ext uri="{9D8B030D-6E8A-4147-A177-3AD203B41FA5}">
                      <a16:colId xmlns:a16="http://schemas.microsoft.com/office/drawing/2014/main" xmlns="" val="3137466973"/>
                    </a:ext>
                  </a:extLst>
                </a:gridCol>
                <a:gridCol w="3360656">
                  <a:extLst>
                    <a:ext uri="{9D8B030D-6E8A-4147-A177-3AD203B41FA5}">
                      <a16:colId xmlns:a16="http://schemas.microsoft.com/office/drawing/2014/main" xmlns="" val="916724094"/>
                    </a:ext>
                  </a:extLst>
                </a:gridCol>
                <a:gridCol w="2769937">
                  <a:extLst>
                    <a:ext uri="{9D8B030D-6E8A-4147-A177-3AD203B41FA5}">
                      <a16:colId xmlns:a16="http://schemas.microsoft.com/office/drawing/2014/main" xmlns="" val="2384184471"/>
                    </a:ext>
                  </a:extLst>
                </a:gridCol>
              </a:tblGrid>
              <a:tr h="36819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Operator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12684336"/>
                  </a:ext>
                </a:extLst>
              </a:tr>
              <a:tr h="5690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=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Assignment Operator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a = 7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5414385"/>
                  </a:ext>
                </a:extLst>
              </a:tr>
              <a:tr h="5690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+=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Addition Assignment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a += 1 # a = a + 1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93635484"/>
                  </a:ext>
                </a:extLst>
              </a:tr>
              <a:tr h="5690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-=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Subtraction Assignment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a -= 3 # a = a - 3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88949491"/>
                  </a:ext>
                </a:extLst>
              </a:tr>
              <a:tr h="569021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*=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Multiplication Assignment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a *= 4 # a = a * 4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18839256"/>
                  </a:ext>
                </a:extLst>
              </a:tr>
              <a:tr h="569021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/=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Division Assignment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a /= 3 # a = a / 3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61734861"/>
                  </a:ext>
                </a:extLst>
              </a:tr>
              <a:tr h="569021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%=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Remainder Assignment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a %= 10 # a = a % 10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42358836"/>
                  </a:ext>
                </a:extLst>
              </a:tr>
              <a:tr h="569021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**=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Exponent Assignment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a **= 10 # a = a ** 10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72869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864747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138D3FD-B94B-FE79-7647-00EBD91CC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DBD946A-8249-8A0A-A1E1-702D78B418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4DB856-6E7A-3685-F367-F598EA0BB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Assignment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xmlns="" id="{4EC3D019-2DFD-9C64-3900-A44D4FA8B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337" y="1591355"/>
            <a:ext cx="52673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798997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E35EFE2-5AAE-CFDC-14D8-7F30B0C00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8B535B5-684C-02B9-51EF-61B115BD13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Used to compare two values. The result is always </a:t>
            </a:r>
            <a:r>
              <a:rPr lang="en-US" b="1" dirty="0"/>
              <a:t>True</a:t>
            </a:r>
            <a:r>
              <a:rPr lang="en-US" dirty="0"/>
              <a:t> or </a:t>
            </a:r>
            <a:r>
              <a:rPr lang="en-US" b="1" dirty="0"/>
              <a:t>False</a:t>
            </a:r>
            <a:r>
              <a:rPr lang="en-US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878034-596A-62C0-C8BF-68397A82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Comparison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46C2A7B3-352B-02CB-40AB-4A3342CE5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667162"/>
              </p:ext>
            </p:extLst>
          </p:nvPr>
        </p:nvGraphicFramePr>
        <p:xfrm>
          <a:off x="2345871" y="2374634"/>
          <a:ext cx="7239000" cy="4292810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1666293">
                  <a:extLst>
                    <a:ext uri="{9D8B030D-6E8A-4147-A177-3AD203B41FA5}">
                      <a16:colId xmlns:a16="http://schemas.microsoft.com/office/drawing/2014/main" xmlns="" val="483499922"/>
                    </a:ext>
                  </a:extLst>
                </a:gridCol>
                <a:gridCol w="2967134">
                  <a:extLst>
                    <a:ext uri="{9D8B030D-6E8A-4147-A177-3AD203B41FA5}">
                      <a16:colId xmlns:a16="http://schemas.microsoft.com/office/drawing/2014/main" xmlns="" val="3725752880"/>
                    </a:ext>
                  </a:extLst>
                </a:gridCol>
                <a:gridCol w="2605573">
                  <a:extLst>
                    <a:ext uri="{9D8B030D-6E8A-4147-A177-3AD203B41FA5}">
                      <a16:colId xmlns:a16="http://schemas.microsoft.com/office/drawing/2014/main" xmlns="" val="2898023339"/>
                    </a:ext>
                  </a:extLst>
                </a:gridCol>
              </a:tblGrid>
              <a:tr h="547666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Operator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Meaning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20261950"/>
                  </a:ext>
                </a:extLst>
              </a:tr>
              <a:tr h="54766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==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Is Equal To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3 == 5 gives us False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08394941"/>
                  </a:ext>
                </a:extLst>
              </a:tr>
              <a:tr h="54766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!=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Not Equal To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3 != 5 gives us True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17518709"/>
                  </a:ext>
                </a:extLst>
              </a:tr>
              <a:tr h="54766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&gt;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Greater Than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3 &gt; 5 gives us False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80097312"/>
                  </a:ext>
                </a:extLst>
              </a:tr>
              <a:tr h="54766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&lt;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Less Than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3 &lt; 5 gives us True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92437517"/>
                  </a:ext>
                </a:extLst>
              </a:tr>
              <a:tr h="54766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&gt;=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Greater Than or Equal To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3 &gt;= 5 give us False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35398581"/>
                  </a:ext>
                </a:extLst>
              </a:tr>
              <a:tr h="54766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&lt;=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Less Than or Equal To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3 &lt;= 5 gives us True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2403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18083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D61E0B4-CE50-D8E4-57A1-80EE71750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4220959-D423-9E4E-0EFD-5C62C474DA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395138-0C05-1252-ED67-15F473A21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Comparison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83CEF5F-AE67-400B-72CC-B12D08AD6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510" y="1270001"/>
            <a:ext cx="3932955" cy="558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6560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C650C01-3CB8-1E50-4107-14128140C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4E06057-E761-F50C-4277-E39E83719E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Used to combine conditional statements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D72F19-D892-EDDE-B5A0-D6CC01C2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Logical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CA7278F5-F0F4-6516-8399-E0360C2BF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175371"/>
              </p:ext>
            </p:extLst>
          </p:nvPr>
        </p:nvGraphicFramePr>
        <p:xfrm>
          <a:off x="2345871" y="2527118"/>
          <a:ext cx="7239000" cy="2646544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1666293">
                  <a:extLst>
                    <a:ext uri="{9D8B030D-6E8A-4147-A177-3AD203B41FA5}">
                      <a16:colId xmlns:a16="http://schemas.microsoft.com/office/drawing/2014/main" xmlns="" val="483499922"/>
                    </a:ext>
                  </a:extLst>
                </a:gridCol>
                <a:gridCol w="2967134">
                  <a:extLst>
                    <a:ext uri="{9D8B030D-6E8A-4147-A177-3AD203B41FA5}">
                      <a16:colId xmlns:a16="http://schemas.microsoft.com/office/drawing/2014/main" xmlns="" val="3725752880"/>
                    </a:ext>
                  </a:extLst>
                </a:gridCol>
                <a:gridCol w="2605573">
                  <a:extLst>
                    <a:ext uri="{9D8B030D-6E8A-4147-A177-3AD203B41FA5}">
                      <a16:colId xmlns:a16="http://schemas.microsoft.com/office/drawing/2014/main" xmlns="" val="2898023339"/>
                    </a:ext>
                  </a:extLst>
                </a:gridCol>
              </a:tblGrid>
              <a:tr h="661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Operator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20261950"/>
                  </a:ext>
                </a:extLst>
              </a:tr>
              <a:tr h="661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True if both are 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True and False → 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08394941"/>
                  </a:ext>
                </a:extLst>
              </a:tr>
              <a:tr h="661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True if any one is 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True or False → 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17518709"/>
                  </a:ext>
                </a:extLst>
              </a:tr>
              <a:tr h="661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Reverses the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not True → 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80097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048518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18C1D9A-7A70-210C-A67E-FE62FC584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25909D3-56D4-4EE5-DD13-6004436064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7209D5-1917-5900-B093-BFF0C654D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Logical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2D3F875-E5F3-4584-ABB4-ECF5AFE12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5640" y="2069432"/>
            <a:ext cx="6805762" cy="368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34250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9220A3-56E4-EF01-6CB6-50F82BED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DC50975-2912-BE58-CD94-1933B950F2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Used to perform operations at the binary (bit) level.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BAF4AC-C8F7-572C-A47B-CAFE00374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Bitwise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22B7BA9A-1143-F2F6-2324-53A298169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827074"/>
              </p:ext>
            </p:extLst>
          </p:nvPr>
        </p:nvGraphicFramePr>
        <p:xfrm>
          <a:off x="2345871" y="2414823"/>
          <a:ext cx="7239000" cy="3873681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1666293">
                  <a:extLst>
                    <a:ext uri="{9D8B030D-6E8A-4147-A177-3AD203B41FA5}">
                      <a16:colId xmlns:a16="http://schemas.microsoft.com/office/drawing/2014/main" xmlns="" val="483499922"/>
                    </a:ext>
                  </a:extLst>
                </a:gridCol>
                <a:gridCol w="2967134">
                  <a:extLst>
                    <a:ext uri="{9D8B030D-6E8A-4147-A177-3AD203B41FA5}">
                      <a16:colId xmlns:a16="http://schemas.microsoft.com/office/drawing/2014/main" xmlns="" val="3725752880"/>
                    </a:ext>
                  </a:extLst>
                </a:gridCol>
                <a:gridCol w="2605573">
                  <a:extLst>
                    <a:ext uri="{9D8B030D-6E8A-4147-A177-3AD203B41FA5}">
                      <a16:colId xmlns:a16="http://schemas.microsoft.com/office/drawing/2014/main" xmlns="" val="2898023339"/>
                    </a:ext>
                  </a:extLst>
                </a:gridCol>
              </a:tblGrid>
              <a:tr h="553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Operator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20261950"/>
                  </a:ext>
                </a:extLst>
              </a:tr>
              <a:tr h="553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&amp;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5 &amp; 3 =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21282014"/>
                  </a:ext>
                </a:extLst>
              </a:tr>
              <a:tr h="553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5 | 3 = 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09485863"/>
                  </a:ext>
                </a:extLst>
              </a:tr>
              <a:tr h="553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XOR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 ^ 3 =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5130308"/>
                  </a:ext>
                </a:extLst>
              </a:tr>
              <a:tr h="553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~5 = -6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83913373"/>
                  </a:ext>
                </a:extLst>
              </a:tr>
              <a:tr h="553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&lt;&lt;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Left Shift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 &lt;&lt; 1 =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30471461"/>
                  </a:ext>
                </a:extLst>
              </a:tr>
              <a:tr h="553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&gt;&gt;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Right Shift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 &gt;&gt; 1 =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78558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599928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2EEB282-F1E1-2B02-ABBA-1C8B13ECB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B14CE7-5EAD-1BB1-6480-DA8B8DDB8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Bitwise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4EF17845-1700-5A3E-7AC9-EF881DEE39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36844DA-B8D4-83CE-A304-7F4610B52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13" y="1453846"/>
            <a:ext cx="5422231" cy="534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753030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7F9ECC-CB52-BA9C-167A-1A5F2EAA73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>
                <a:latin typeface="Aptos Black" panose="020B0004020202020204" pitchFamily="34" charset="0"/>
              </a:rPr>
              <a:t>““Thanks All””</a:t>
            </a:r>
          </a:p>
        </p:txBody>
      </p:sp>
    </p:spTree>
    <p:extLst>
      <p:ext uri="{BB962C8B-B14F-4D97-AF65-F5344CB8AC3E}">
        <p14:creationId xmlns:p14="http://schemas.microsoft.com/office/powerpoint/2010/main" val="278920178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1984</TotalTime>
  <Words>406</Words>
  <Application>Microsoft Office PowerPoint</Application>
  <PresentationFormat>Custom</PresentationFormat>
  <Paragraphs>131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“On the way with Python”</vt:lpstr>
      <vt:lpstr>Python Operators</vt:lpstr>
      <vt:lpstr>Introduction</vt:lpstr>
      <vt:lpstr>Types of Python Operator</vt:lpstr>
      <vt:lpstr>Arithmetic Operators</vt:lpstr>
      <vt:lpstr>Arithmetic Operators</vt:lpstr>
      <vt:lpstr>Assignment Operators</vt:lpstr>
      <vt:lpstr>Assignment Operators</vt:lpstr>
      <vt:lpstr>Comparison Operators</vt:lpstr>
      <vt:lpstr>Comparison Operators</vt:lpstr>
      <vt:lpstr>Logical Operators</vt:lpstr>
      <vt:lpstr>Logical Operators</vt:lpstr>
      <vt:lpstr>Bitwise Operators</vt:lpstr>
      <vt:lpstr>Bitwise Operators</vt:lpstr>
      <vt:lpstr>““Thanks All””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“On the way with Python”</dc:title>
  <dc:creator>MD SHAKIL</dc:creator>
  <cp:lastModifiedBy>Reaz</cp:lastModifiedBy>
  <cp:revision>441</cp:revision>
  <dcterms:created xsi:type="dcterms:W3CDTF">2024-08-22T18:44:27Z</dcterms:created>
  <dcterms:modified xsi:type="dcterms:W3CDTF">2026-04-27T06:31:13Z</dcterms:modified>
</cp:coreProperties>
</file>
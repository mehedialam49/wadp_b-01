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369" r:id="rId5"/>
    <p:sldId id="260" r:id="rId6"/>
    <p:sldId id="261" r:id="rId7"/>
    <p:sldId id="262" r:id="rId8"/>
    <p:sldId id="263" r:id="rId9"/>
    <p:sldId id="265" r:id="rId10"/>
    <p:sldId id="372" r:id="rId11"/>
    <p:sldId id="264" r:id="rId12"/>
    <p:sldId id="271" r:id="rId13"/>
    <p:sldId id="270" r:id="rId14"/>
    <p:sldId id="370" r:id="rId15"/>
    <p:sldId id="266" r:id="rId16"/>
    <p:sldId id="267" r:id="rId17"/>
    <p:sldId id="268" r:id="rId18"/>
    <p:sldId id="269" r:id="rId19"/>
    <p:sldId id="371" r:id="rId20"/>
    <p:sldId id="272" r:id="rId21"/>
    <p:sldId id="273" r:id="rId22"/>
    <p:sldId id="274" r:id="rId23"/>
  </p:sldIdLst>
  <p:sldSz cx="12192000" cy="6858000"/>
  <p:notesSz cx="6858000" cy="9144000"/>
  <p:embeddedFontLst>
    <p:embeddedFont>
      <p:font typeface="Arial Black" pitchFamily="34" charset="0"/>
      <p:bold r:id="rId25"/>
    </p:embeddedFont>
    <p:embeddedFont>
      <p:font typeface="Play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hQ8vxqw+6WS/CKMb5lpSvXP+R7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1" d="100"/>
          <a:sy n="71" d="100"/>
        </p:scale>
        <p:origin x="-45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683397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>
          <a:extLst>
            <a:ext uri="{FF2B5EF4-FFF2-40B4-BE49-F238E27FC236}">
              <a16:creationId xmlns:a16="http://schemas.microsoft.com/office/drawing/2014/main" xmlns="" id="{303F8B89-46C7-E4E4-2799-5BA9DDD41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:notes">
            <a:extLst>
              <a:ext uri="{FF2B5EF4-FFF2-40B4-BE49-F238E27FC236}">
                <a16:creationId xmlns:a16="http://schemas.microsoft.com/office/drawing/2014/main" xmlns="" id="{CE83785B-E8DF-0513-A726-D4FBBED75E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4:notes">
            <a:extLst>
              <a:ext uri="{FF2B5EF4-FFF2-40B4-BE49-F238E27FC236}">
                <a16:creationId xmlns:a16="http://schemas.microsoft.com/office/drawing/2014/main" xmlns="" id="{47DF28C7-60F7-3107-4D7F-8DFAD3EFA8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4727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xmlns="" id="{F716BDB9-4245-B141-843D-695196C8B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4:notes">
            <a:extLst>
              <a:ext uri="{FF2B5EF4-FFF2-40B4-BE49-F238E27FC236}">
                <a16:creationId xmlns:a16="http://schemas.microsoft.com/office/drawing/2014/main" xmlns="" id="{ED9C8632-BE0D-EE45-4ACB-54E7A31464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4:notes">
            <a:extLst>
              <a:ext uri="{FF2B5EF4-FFF2-40B4-BE49-F238E27FC236}">
                <a16:creationId xmlns:a16="http://schemas.microsoft.com/office/drawing/2014/main" xmlns="" id="{4A9DC06E-16A9-B258-6FDD-A3197C6D65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63560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9B7CAB7-9612-1BB0-A2EC-06CE1AAB5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649D6C7-11B3-C738-1510-DBE16DB04E08}"/>
              </a:ext>
            </a:extLst>
          </p:cNvPr>
          <p:cNvSpPr/>
          <p:nvPr userDrawn="1"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xmlns="" id="{51191BAE-7C5B-0A80-6F2D-D0190D18E234}"/>
              </a:ext>
            </a:extLst>
          </p:cNvPr>
          <p:cNvSpPr/>
          <p:nvPr userDrawn="1"/>
        </p:nvSpPr>
        <p:spPr>
          <a:xfrm>
            <a:off x="872309" y="1646645"/>
            <a:ext cx="3352800" cy="478972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5E056488-6100-84A2-6A94-AE41407EDA0D}"/>
              </a:ext>
            </a:extLst>
          </p:cNvPr>
          <p:cNvGrpSpPr/>
          <p:nvPr userDrawn="1"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  <a:solidFill>
            <a:schemeClr val="bg2">
              <a:lumMod val="50000"/>
            </a:schemeClr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xmlns="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xmlns="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xmlns="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46FBD-D7EA-4B09-0A6F-0F777842C1C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-1" y="2201091"/>
            <a:ext cx="12191999" cy="2306517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78" name="Parallelogram 1377">
            <a:extLst>
              <a:ext uri="{FF2B5EF4-FFF2-40B4-BE49-F238E27FC236}">
                <a16:creationId xmlns:a16="http://schemas.microsoft.com/office/drawing/2014/main" xmlns="" id="{84335B70-DF9C-CC22-1C4C-D0D0A7A2C9D2}"/>
              </a:ext>
            </a:extLst>
          </p:cNvPr>
          <p:cNvSpPr/>
          <p:nvPr userDrawn="1"/>
        </p:nvSpPr>
        <p:spPr>
          <a:xfrm>
            <a:off x="830218" y="1571171"/>
            <a:ext cx="3352800" cy="478972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0" name="Group 1379">
            <a:extLst>
              <a:ext uri="{FF2B5EF4-FFF2-40B4-BE49-F238E27FC236}">
                <a16:creationId xmlns:a16="http://schemas.microsoft.com/office/drawing/2014/main" xmlns="" id="{18E139F5-CAB4-E9C9-03CF-6506671E67D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xmlns="" id="{102DA1AC-8CA2-BCAE-3CF1-CBEFFFD813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xmlns="" id="{2F2C9467-A5F5-68BC-D665-80CF553A55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xmlns="" id="{7DDE37CA-6CA8-91A5-0964-16E09EC980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F17C2C83-5B4B-A658-7B91-3CE3541E94DF}"/>
              </a:ext>
            </a:extLst>
          </p:cNvPr>
          <p:cNvGrpSpPr/>
          <p:nvPr userDrawn="1"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028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FC39FE0-99F6-CC7E-B041-EC521B1BF8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681" y="6183837"/>
              <a:ext cx="546282" cy="5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jango Icon #266158 - Free Icons Library">
              <a:extLst>
                <a:ext uri="{FF2B5EF4-FFF2-40B4-BE49-F238E27FC236}">
                  <a16:creationId xmlns:a16="http://schemas.microsoft.com/office/drawing/2014/main" xmlns="" id="{27AEB5A1-FA25-7B4D-CFD0-FBBF6253F8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6790832" y="6183837"/>
              <a:ext cx="54998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B633183F-EBC5-D171-8FF5-9915EC5D6446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B1427CF-405C-6829-726C-98A3856722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A04F4E1-CA26-7C1E-C1D7-26C243592D5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B9EFAAA-0989-4A24-68C4-790FD43440F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4CA33C0-5D5A-1910-CD8C-CA7BE6E9604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59C55F3-BCC6-F9D0-9ABB-1F8576622B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44CDEC1-B176-DB97-4A57-FC43D7F02A5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D043D98-F0A5-C838-F2A1-95821F6021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02485" y="5158622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DC6B5B4-2F74-D9EC-D039-D3727E905A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3D0CA6F-CCA5-1C22-4F89-C02126D39F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29C3376-AE93-D01C-5830-BA4AB452FE4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68546" y="1397768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BC915B9-4166-C586-8D4B-D6987653EA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536BE4B-0D59-0A21-8677-1653E9A86AA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68ECA9C-BB31-4BB0-BF9A-9D0043D412F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C0BB765D-CAAE-4E01-7835-EC7B57B2198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E375847-5A52-48E6-9845-FF2B762803B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F74EC4E-81C1-19A0-A7D6-DFD7028AC9B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9F6BF39-C008-733B-704C-F71C61133C4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Google Shape;82;p24">
            <a:extLst>
              <a:ext uri="{FF2B5EF4-FFF2-40B4-BE49-F238E27FC236}">
                <a16:creationId xmlns:a16="http://schemas.microsoft.com/office/drawing/2014/main" xmlns="" id="{939AB8A8-8D2A-A013-67EB-C4E197A2B203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4083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 with Lef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F847877-5D6B-7E1F-1910-95A2DE69C1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2606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311590" y="1365250"/>
            <a:ext cx="1864038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71850" y="2379789"/>
            <a:ext cx="8261350" cy="1170717"/>
          </a:xfrm>
        </p:spPr>
        <p:txBody>
          <a:bodyPr anchor="ctr">
            <a:noAutofit/>
          </a:bodyPr>
          <a:lstStyle>
            <a:lvl1pPr algn="l">
              <a:defRPr sz="4400" b="1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71850" y="3550506"/>
            <a:ext cx="826135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7799B20-E6CC-B71E-C7D0-7E5636457248}"/>
              </a:ext>
            </a:extLst>
          </p:cNvPr>
          <p:cNvGrpSpPr/>
          <p:nvPr userDrawn="1"/>
        </p:nvGrpSpPr>
        <p:grpSpPr>
          <a:xfrm>
            <a:off x="1771681" y="2363916"/>
            <a:ext cx="943855" cy="2130168"/>
            <a:chOff x="1950885" y="4827717"/>
            <a:chExt cx="458999" cy="1035906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xmlns="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50885" y="5406423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BD17C2E8-5C61-D760-DCB2-DB31DA7E912E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2675288-14E1-8ADC-6E7E-8D3DF45BE80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AE8CC54-6792-17F8-D3C9-4A99D1D935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5FEFFF2-2FB9-013F-F6F9-96E63237EBC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3097202-1921-D6B5-6904-3E8473D308C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65B4D36-31BD-2B11-7091-0C619DFF93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60C04F2-F462-CEE1-9E14-E8151C4DA8E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FCD9DF6-1793-1128-30BC-DA7B29573F6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44D1F40-9288-A7A2-C163-51168B15EB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FE4014B-1F1D-F7B0-FED8-E76E76636A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F831050-0D74-D02E-2CEE-307F17E58B1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2036875-E85B-466F-2452-B0409C38C97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E01668D-867A-25BA-3259-8C8D51BB45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9B7FAF6-7C20-DAD7-700E-F5A7B83DAAB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265E2A4-F29F-8C32-F8AD-61A29C9B1D3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AFFA4C9-DB73-C7DB-AA0D-30F15D23E42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9B4CEEF-A15F-EA54-A0E6-9054241D368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B9BD0E5-C11A-AA1D-EC3E-61D0D0C3086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Rectangle: Single Corner Rounded 28">
            <a:extLst>
              <a:ext uri="{FF2B5EF4-FFF2-40B4-BE49-F238E27FC236}">
                <a16:creationId xmlns:a16="http://schemas.microsoft.com/office/drawing/2014/main" xmlns="" id="{43BA5D5C-7867-1634-4DB9-18CED4FEF7D9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1CCED47-A41C-516D-F607-824EF0EB2BE8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2743013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ecture N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0A53CA52-31B9-3A77-2823-E105AD74D8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Autofit/>
          </a:bodyPr>
          <a:lstStyle>
            <a:lvl1pPr algn="l">
              <a:defRPr sz="4000" b="1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1437CE62-271A-52C6-9C2A-A245E26BA299}"/>
              </a:ext>
            </a:extLst>
          </p:cNvPr>
          <p:cNvCxnSpPr>
            <a:cxnSpLocks/>
          </p:cNvCxnSpPr>
          <p:nvPr userDrawn="1"/>
        </p:nvCxnSpPr>
        <p:spPr>
          <a:xfrm>
            <a:off x="2063750" y="3096483"/>
            <a:ext cx="12827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35">
            <a:extLst>
              <a:ext uri="{FF2B5EF4-FFF2-40B4-BE49-F238E27FC236}">
                <a16:creationId xmlns:a16="http://schemas.microsoft.com/office/drawing/2014/main" xmlns="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1050" y="2542620"/>
            <a:ext cx="1282700" cy="558800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xmlns="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4400" b="1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7799B20-E6CC-B71E-C7D0-7E5636457248}"/>
              </a:ext>
            </a:extLst>
          </p:cNvPr>
          <p:cNvGrpSpPr/>
          <p:nvPr userDrawn="1"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xmlns="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0DB26DF6-9475-9193-1ABA-DCCB2E39B4B0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B2DC3E2-513C-2FC0-A79B-AA2D4107228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FA83FBD-9BAB-FF7F-E029-9BA4EBE075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1AAD538-FF94-65D4-4C5E-30DD890783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3B8C9B5-F5A9-3BCA-909D-8F6FC85578D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257332A-CE3C-09E7-EE65-A670DBADFC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4E14C98-7284-C5BC-6D77-C05C6D4BC0D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D2FF988-C167-702C-EC57-1A0001C0DD3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6485F8C-5277-B97B-52FA-B6366EB93E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694840C-316F-D2BA-321F-651A3EBD57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ADD3ECF-D3D5-EAC5-411F-E13E13301A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4BB5171-7BA9-E2F2-C2A9-DD58651CDF1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CED1A7A3-B815-71DC-9D32-9ABD788CDA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CA931C7-9424-829E-4CB9-2868DF5AF0D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A908515-A8E6-6AF5-22BC-3CA2DE55AD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04036C4-BCF4-00D8-85F5-BFF24B5CAEE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735749C-98ED-1D52-D759-A43399C079A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4D0BBF1-0096-3974-2366-DA7603219AE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Rectangle: Single Corner Rounded 30">
            <a:extLst>
              <a:ext uri="{FF2B5EF4-FFF2-40B4-BE49-F238E27FC236}">
                <a16:creationId xmlns:a16="http://schemas.microsoft.com/office/drawing/2014/main" xmlns="" id="{749464A5-FC53-CB85-A728-217E6696E5A3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E04C8371-F443-1F1B-34A0-A3A7DD2B426C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708363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D96BEA09-0983-13EF-017F-E168EAC9C3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D7C1F87D-D409-F070-539D-F55A3A6314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99" name="Group 4098">
            <a:extLst>
              <a:ext uri="{FF2B5EF4-FFF2-40B4-BE49-F238E27FC236}">
                <a16:creationId xmlns:a16="http://schemas.microsoft.com/office/drawing/2014/main" xmlns="" id="{FA0F5532-CEFD-DD01-3C61-7C7BF58704CD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A7441D8B-0A58-19FB-F5E0-2EC0933BF08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4499C0E-5B25-DFA7-3BF0-1ADA8930B3B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2660B8D-0147-A7AE-C2DB-27D8A8B65B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3527535-22ED-8539-7B16-0CF5347C3A9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92D96E9-8A64-0879-2D3D-37798FB195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01D60CF-033F-1D8F-61C2-B4199336D4B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7BD762B-C204-08C9-8638-1519DDDC1C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F51B538-5CA3-E2D8-AEF9-2212CC86026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205D912-E0CB-2A83-56D1-F7957BAE6CC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ABEC6B6-5F4B-2EA6-A409-19F91C2901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3F15070-1191-9EAF-E085-52C88E9F89C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544368E-82E6-63D3-A0D0-653CAEF1E7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80D23E49-2470-7FDA-27B3-522A3D070A2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9F63876-6F02-61B8-027A-3DA41FAE3D4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8211E1D1-DAB6-3006-023F-A7036481263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332AE41-DE54-00AB-1F67-C74C9B273A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F7E6F3F-CE48-9EA0-B0DA-87DB0CD201D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 Black" panose="020B0A04020102020204" pitchFamily="34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82;p24">
            <a:extLst>
              <a:ext uri="{FF2B5EF4-FFF2-40B4-BE49-F238E27FC236}">
                <a16:creationId xmlns:a16="http://schemas.microsoft.com/office/drawing/2014/main" xmlns="" id="{5217E10A-CA63-7A57-03CB-9061CD99B1F2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3899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out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2F6B822-4878-CE66-7914-B9E9D84C36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97" name="Group 4096">
            <a:extLst>
              <a:ext uri="{FF2B5EF4-FFF2-40B4-BE49-F238E27FC236}">
                <a16:creationId xmlns:a16="http://schemas.microsoft.com/office/drawing/2014/main" xmlns="" id="{03245A72-678A-458C-04E8-FFFECEBCFF08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09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3813B801-927E-41EF-E02A-C398474DF0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9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4768EDF-C4F7-EE70-2452-DA34FAD43A4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1F19D82-B836-AEB3-199F-964897E06B5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D534662-92A1-EF8A-2498-E0A9CE0C766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7442E89-295C-84D6-CF2C-E9F77F887B5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0B096B7-93D7-04DD-85B3-ED370A1B7F3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04253CE-6429-6222-0EB5-262CC0CA20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99EFC06-ECCA-24D3-6B58-669DB109E7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B5714F2-44F7-8A13-FFC2-96636CF4816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53E2BE3A-9459-8B43-3B96-94255A2A8CC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922DF5F-0D6F-72C2-006D-8A06723FCD1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442A20B5-85A2-B92C-666F-0F03F69A073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4219F12-99D3-9621-34F2-540A9AD61CA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40E4C70-DA73-269B-37B0-476783D4BD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6C7E3F3-66B5-F596-12C8-C3C50F0724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16AB8705-8B3D-C217-A81C-5F9CF63A029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D2F325EA-8E70-A44B-4B9E-04286285621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096" name="Text Placeholder 3">
            <a:extLst>
              <a:ext uri="{FF2B5EF4-FFF2-40B4-BE49-F238E27FC236}">
                <a16:creationId xmlns:a16="http://schemas.microsoft.com/office/drawing/2014/main" xmlns="" id="{B56125E8-88A8-608F-3323-4FDE51F03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Google Shape;82;p24">
            <a:extLst>
              <a:ext uri="{FF2B5EF4-FFF2-40B4-BE49-F238E27FC236}">
                <a16:creationId xmlns:a16="http://schemas.microsoft.com/office/drawing/2014/main" xmlns="" id="{61FC9036-995B-EA9F-9472-E98C0D17A70C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0186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/>
          <p:nvPr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1"/>
          <p:cNvSpPr/>
          <p:nvPr/>
        </p:nvSpPr>
        <p:spPr>
          <a:xfrm>
            <a:off x="872309" y="1646645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D8F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21"/>
          <p:cNvGrpSpPr/>
          <p:nvPr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</p:grpSpPr>
        <p:sp>
          <p:nvSpPr>
            <p:cNvPr id="19" name="Google Shape;19;p21"/>
            <p:cNvSpPr/>
            <p:nvPr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1"/>
            <p:cNvSpPr/>
            <p:nvPr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1"/>
            <p:cNvSpPr/>
            <p:nvPr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21"/>
          <p:cNvSpPr txBox="1">
            <a:spLocks noGrp="1"/>
          </p:cNvSpPr>
          <p:nvPr>
            <p:ph type="ctrTitle"/>
          </p:nvPr>
        </p:nvSpPr>
        <p:spPr>
          <a:xfrm>
            <a:off x="1524000" y="2843640"/>
            <a:ext cx="91440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5400"/>
              <a:buFont typeface="Play"/>
              <a:buNone/>
              <a:defRPr sz="5400" b="1">
                <a:solidFill>
                  <a:srgbClr val="A6CF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/>
          <p:nvPr/>
        </p:nvSpPr>
        <p:spPr>
          <a:xfrm>
            <a:off x="830218" y="1571171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p21"/>
          <p:cNvGrpSpPr/>
          <p:nvPr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25" name="Google Shape;25;p21"/>
            <p:cNvCxnSpPr/>
            <p:nvPr/>
          </p:nvCxnSpPr>
          <p:spPr>
            <a:xfrm>
              <a:off x="4876800" y="522514"/>
              <a:ext cx="73152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" name="Google Shape;26;p21"/>
            <p:cNvCxnSpPr/>
            <p:nvPr/>
          </p:nvCxnSpPr>
          <p:spPr>
            <a:xfrm>
              <a:off x="5608320" y="667656"/>
              <a:ext cx="6583680" cy="0"/>
            </a:xfrm>
            <a:prstGeom prst="straightConnector1">
              <a:avLst/>
            </a:prstGeom>
            <a:noFill/>
            <a:ln w="57150" cap="flat" cmpd="sng">
              <a:solidFill>
                <a:srgbClr val="0B769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" name="Google Shape;27;p21"/>
            <p:cNvCxnSpPr/>
            <p:nvPr/>
          </p:nvCxnSpPr>
          <p:spPr>
            <a:xfrm>
              <a:off x="6339840" y="809170"/>
              <a:ext cx="5852160" cy="0"/>
            </a:xfrm>
            <a:prstGeom prst="straightConnector1">
              <a:avLst/>
            </a:prstGeom>
            <a:noFill/>
            <a:ln w="38100" cap="flat" cmpd="sng">
              <a:solidFill>
                <a:srgbClr val="A6CFC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8" name="Google Shape;28;p21"/>
          <p:cNvGrpSpPr/>
          <p:nvPr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29" name="Google Shape;29;p21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997681" y="6183837"/>
              <a:ext cx="546282" cy="5441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21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6790832" y="6183837"/>
              <a:ext cx="549981" cy="5486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21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/>
          <p:nvPr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3"/>
          <p:cNvSpPr/>
          <p:nvPr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3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5400"/>
              <a:buFont typeface="Play"/>
              <a:buNone/>
              <a:defRPr sz="5400" b="1">
                <a:solidFill>
                  <a:srgbClr val="0351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subTitle" idx="1"/>
          </p:nvPr>
        </p:nvSpPr>
        <p:spPr>
          <a:xfrm>
            <a:off x="3968750" y="3550506"/>
            <a:ext cx="715010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CFC0"/>
              </a:buClr>
              <a:buSzPts val="2400"/>
              <a:buNone/>
              <a:defRPr sz="2400" b="0">
                <a:solidFill>
                  <a:srgbClr val="A6CFC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46" name="Google Shape;46;p23"/>
          <p:cNvCxnSpPr/>
          <p:nvPr/>
        </p:nvCxnSpPr>
        <p:spPr>
          <a:xfrm>
            <a:off x="2063750" y="3096483"/>
            <a:ext cx="1282700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" name="Google Shape;47;p23"/>
          <p:cNvSpPr/>
          <p:nvPr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2"/>
          </p:nvPr>
        </p:nvSpPr>
        <p:spPr>
          <a:xfrm>
            <a:off x="2051050" y="254262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3"/>
          </p:nvPr>
        </p:nvSpPr>
        <p:spPr>
          <a:xfrm>
            <a:off x="2051050" y="3276600"/>
            <a:ext cx="1270000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  <a:defRPr sz="7200" b="1">
                <a:solidFill>
                  <a:srgbClr val="03516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grpSp>
        <p:nvGrpSpPr>
          <p:cNvPr id="51" name="Google Shape;51;p23"/>
          <p:cNvGrpSpPr/>
          <p:nvPr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52" name="Google Shape;52;p23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23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/>
          <p:nvPr/>
        </p:nvSpPr>
        <p:spPr>
          <a:xfrm rot="5400000">
            <a:off x="3480278" y="-3200878"/>
            <a:ext cx="1079500" cy="80400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4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4"/>
          <p:cNvSpPr/>
          <p:nvPr/>
        </p:nvSpPr>
        <p:spPr>
          <a:xfrm rot="5400000">
            <a:off x="3426266" y="-3235766"/>
            <a:ext cx="1079500" cy="7932032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24" descr="Download Free Abstract shape Special Flat icon Icons in PNG &amp; SVG"/>
          <p:cNvPicPr preferRelativeResize="0"/>
          <p:nvPr/>
        </p:nvPicPr>
        <p:blipFill rotWithShape="1">
          <a:blip r:embed="rId2">
            <a:alphaModFix amt="1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24" descr="Abstract shape - Free shapes and symbols icons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4990617" y="576915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1" name="Google Shape;61;p24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1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3" name="Google Shape;63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5" r="48019" b="75474"/>
          <a:stretch/>
        </p:blipFill>
        <p:spPr>
          <a:xfrm>
            <a:off x="6701767" y="5810699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4" name="Google Shape;64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5" name="Google Shape;65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1" b="33099"/>
          <a:stretch/>
        </p:blipFill>
        <p:spPr>
          <a:xfrm>
            <a:off x="489055" y="1754701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6" name="Google Shape;66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3593981" y="5667375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7" name="Google Shape;67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8" name="Google Shape;68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9" name="Google Shape;69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0" name="Google Shape;70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1" name="Google Shape;71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2" name="Google Shape;72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3" name="Google Shape;73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7903610" y="312917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5" name="Google Shape;75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592138" y="3153735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6" name="Google Shape;76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8" name="Google Shape;78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139949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0" name="Google Shape;80;p24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28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4"/>
          <p:cNvSpPr txBox="1">
            <a:spLocks noGrp="1"/>
          </p:cNvSpPr>
          <p:nvPr>
            <p:ph type="body" idx="1"/>
          </p:nvPr>
        </p:nvSpPr>
        <p:spPr>
          <a:xfrm>
            <a:off x="655638" y="1684338"/>
            <a:ext cx="1067787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83" name="Google Shape;83;p24"/>
          <p:cNvGrpSpPr/>
          <p:nvPr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84" name="Google Shape;84;p24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24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25"/>
          <p:cNvGrpSpPr/>
          <p:nvPr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88" name="Google Shape;88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t="6105" r="77120" b="71014"/>
            <a:stretch/>
          </p:blipFill>
          <p:spPr>
            <a:xfrm>
              <a:off x="4069544" y="1730274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89" name="Google Shape;89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6701767" y="5810699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0" name="Google Shape;90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2560513" y="411276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1" name="Google Shape;91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1" b="33099"/>
            <a:stretch/>
          </p:blipFill>
          <p:spPr>
            <a:xfrm>
              <a:off x="489055" y="1754701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2" name="Google Shape;92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3593981" y="5667375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3" name="Google Shape;93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9913853" y="271205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4" name="Google Shape;94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7156690" y="236969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5" name="Google Shape;95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5297988" y="4333517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6" name="Google Shape;96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1" b="33099"/>
            <a:stretch/>
          </p:blipFill>
          <p:spPr>
            <a:xfrm>
              <a:off x="8427406" y="1194495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7" name="Google Shape;97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8719037" y="4903250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8" name="Google Shape;98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6267072" y="211228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9" name="Google Shape;99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t="6105" r="77120" b="71014"/>
            <a:stretch/>
          </p:blipFill>
          <p:spPr>
            <a:xfrm>
              <a:off x="524906" y="509553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0" name="Google Shape;100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1" b="33099"/>
            <a:stretch/>
          </p:blipFill>
          <p:spPr>
            <a:xfrm>
              <a:off x="8547640" y="5420083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1" name="Google Shape;101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2000086" y="914244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2" name="Google Shape;102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9543811" y="1761186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3" name="Google Shape;103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5919214" y="56524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4" name="Google Shape;104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1925437" y="5786616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5" name="Google Shape;105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-254928" y="60853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25"/>
          <p:cNvSpPr/>
          <p:nvPr/>
        </p:nvSpPr>
        <p:spPr>
          <a:xfrm>
            <a:off x="0" y="20029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25"/>
          <p:cNvGrpSpPr/>
          <p:nvPr/>
        </p:nvGrpSpPr>
        <p:grpSpPr>
          <a:xfrm>
            <a:off x="10582731" y="4573911"/>
            <a:ext cx="1090382" cy="696686"/>
            <a:chOff x="10495645" y="4630059"/>
            <a:chExt cx="1090382" cy="696686"/>
          </a:xfrm>
        </p:grpSpPr>
        <p:sp>
          <p:nvSpPr>
            <p:cNvPr id="108" name="Google Shape;108;p25"/>
            <p:cNvSpPr/>
            <p:nvPr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5"/>
            <p:cNvSpPr/>
            <p:nvPr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5"/>
            <p:cNvSpPr/>
            <p:nvPr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1" name="Google Shape;111;p25" descr="Python Logo PNG Transparent – Brands Log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27655" y="5831621"/>
            <a:ext cx="640080" cy="6375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25"/>
          <p:cNvGrpSpPr/>
          <p:nvPr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13" name="Google Shape;113;p25"/>
            <p:cNvCxnSpPr/>
            <p:nvPr/>
          </p:nvCxnSpPr>
          <p:spPr>
            <a:xfrm>
              <a:off x="4876800" y="522514"/>
              <a:ext cx="73152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4" name="Google Shape;114;p25"/>
            <p:cNvCxnSpPr/>
            <p:nvPr/>
          </p:nvCxnSpPr>
          <p:spPr>
            <a:xfrm>
              <a:off x="5608320" y="667656"/>
              <a:ext cx="6583680" cy="0"/>
            </a:xfrm>
            <a:prstGeom prst="straightConnector1">
              <a:avLst/>
            </a:prstGeom>
            <a:noFill/>
            <a:ln w="57150" cap="flat" cmpd="sng">
              <a:solidFill>
                <a:srgbClr val="0B769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25"/>
            <p:cNvCxnSpPr/>
            <p:nvPr/>
          </p:nvCxnSpPr>
          <p:spPr>
            <a:xfrm>
              <a:off x="6339840" y="809170"/>
              <a:ext cx="5852160" cy="0"/>
            </a:xfrm>
            <a:prstGeom prst="straightConnector1">
              <a:avLst/>
            </a:prstGeom>
            <a:noFill/>
            <a:ln w="38100" cap="flat" cmpd="sng">
              <a:solidFill>
                <a:srgbClr val="A6CFC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6" name="Google Shape;116;p25"/>
          <p:cNvSpPr txBox="1">
            <a:spLocks noGrp="1"/>
          </p:cNvSpPr>
          <p:nvPr>
            <p:ph type="ctrTitle"/>
          </p:nvPr>
        </p:nvSpPr>
        <p:spPr>
          <a:xfrm>
            <a:off x="4997677" y="2566833"/>
            <a:ext cx="7019744" cy="93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4000"/>
              <a:buFont typeface="Play"/>
              <a:buNone/>
              <a:defRPr sz="4000" b="1">
                <a:solidFill>
                  <a:srgbClr val="A6CF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subTitle" idx="1"/>
          </p:nvPr>
        </p:nvSpPr>
        <p:spPr>
          <a:xfrm>
            <a:off x="4997678" y="3716333"/>
            <a:ext cx="7019742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18" name="Google Shape;118;p25"/>
          <p:cNvGrpSpPr/>
          <p:nvPr/>
        </p:nvGrpSpPr>
        <p:grpSpPr>
          <a:xfrm>
            <a:off x="0" y="1792513"/>
            <a:ext cx="3675742" cy="3323772"/>
            <a:chOff x="0" y="1979288"/>
            <a:chExt cx="3675742" cy="3323772"/>
          </a:xfrm>
        </p:grpSpPr>
        <p:sp>
          <p:nvSpPr>
            <p:cNvPr id="119" name="Google Shape;119;p25"/>
            <p:cNvSpPr/>
            <p:nvPr/>
          </p:nvSpPr>
          <p:spPr>
            <a:xfrm>
              <a:off x="963840" y="1979288"/>
              <a:ext cx="1778000" cy="3323772"/>
            </a:xfrm>
            <a:prstGeom prst="parallelogram">
              <a:avLst>
                <a:gd name="adj" fmla="val 67922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5"/>
            <p:cNvSpPr/>
            <p:nvPr/>
          </p:nvSpPr>
          <p:spPr>
            <a:xfrm>
              <a:off x="1897742" y="1979288"/>
              <a:ext cx="1778000" cy="3323772"/>
            </a:xfrm>
            <a:prstGeom prst="parallelogram">
              <a:avLst>
                <a:gd name="adj" fmla="val 67922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5"/>
            <p:cNvSpPr/>
            <p:nvPr/>
          </p:nvSpPr>
          <p:spPr>
            <a:xfrm>
              <a:off x="0" y="1980649"/>
              <a:ext cx="1866900" cy="3321050"/>
            </a:xfrm>
            <a:custGeom>
              <a:avLst/>
              <a:gdLst/>
              <a:ahLst/>
              <a:cxnLst/>
              <a:rect l="l" t="t" r="r" b="b"/>
              <a:pathLst>
                <a:path w="1866900" h="3321050" extrusionOk="0">
                  <a:moveTo>
                    <a:pt x="1866900" y="0"/>
                  </a:moveTo>
                  <a:lnTo>
                    <a:pt x="0" y="0"/>
                  </a:lnTo>
                  <a:lnTo>
                    <a:pt x="0" y="3321050"/>
                  </a:lnTo>
                  <a:lnTo>
                    <a:pt x="679450" y="3321050"/>
                  </a:lnTo>
                  <a:lnTo>
                    <a:pt x="1866900" y="0"/>
                  </a:lnTo>
                  <a:close/>
                </a:path>
              </a:pathLst>
            </a:cu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25"/>
          <p:cNvSpPr txBox="1"/>
          <p:nvPr/>
        </p:nvSpPr>
        <p:spPr>
          <a:xfrm>
            <a:off x="3796619" y="2814220"/>
            <a:ext cx="1054781" cy="128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lang="en-US" sz="4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/>
          </a:p>
        </p:txBody>
      </p:sp>
      <p:cxnSp>
        <p:nvCxnSpPr>
          <p:cNvPr id="123" name="Google Shape;123;p25"/>
          <p:cNvCxnSpPr/>
          <p:nvPr/>
        </p:nvCxnSpPr>
        <p:spPr>
          <a:xfrm>
            <a:off x="4900749" y="2538088"/>
            <a:ext cx="0" cy="2206172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4" name="Google Shape;124;p25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pic>
        <p:nvPicPr>
          <p:cNvPr id="125" name="Google Shape;125;p25" descr="Django Icon #266158 - Free Icons Library"/>
          <p:cNvPicPr preferRelativeResize="0"/>
          <p:nvPr/>
        </p:nvPicPr>
        <p:blipFill rotWithShape="1">
          <a:blip r:embed="rId4">
            <a:alphaModFix/>
          </a:blip>
          <a:srcRect l="3957" t="3918" r="4002" b="4265"/>
          <a:stretch/>
        </p:blipFill>
        <p:spPr>
          <a:xfrm>
            <a:off x="10034700" y="5810245"/>
            <a:ext cx="641645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/>
          <p:nvPr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6"/>
          <p:cNvSpPr/>
          <p:nvPr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6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5400"/>
              <a:buFont typeface="Play"/>
              <a:buNone/>
              <a:defRPr sz="5400" b="1">
                <a:solidFill>
                  <a:srgbClr val="0351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subTitle" idx="1"/>
          </p:nvPr>
        </p:nvSpPr>
        <p:spPr>
          <a:xfrm>
            <a:off x="3968750" y="3550506"/>
            <a:ext cx="715010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CFC0"/>
              </a:buClr>
              <a:buSzPts val="2400"/>
              <a:buNone/>
              <a:defRPr sz="2400" b="0">
                <a:solidFill>
                  <a:srgbClr val="A6CFC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1" name="Google Shape;131;p26"/>
          <p:cNvSpPr/>
          <p:nvPr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6"/>
          <p:cNvSpPr txBox="1">
            <a:spLocks noGrp="1"/>
          </p:cNvSpPr>
          <p:nvPr>
            <p:ph type="body" idx="2"/>
          </p:nvPr>
        </p:nvSpPr>
        <p:spPr>
          <a:xfrm>
            <a:off x="2038350" y="249255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body" idx="3"/>
          </p:nvPr>
        </p:nvSpPr>
        <p:spPr>
          <a:xfrm>
            <a:off x="2051050" y="3276600"/>
            <a:ext cx="1270000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  <a:defRPr sz="7200" b="1">
                <a:solidFill>
                  <a:srgbClr val="03516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6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grpSp>
        <p:nvGrpSpPr>
          <p:cNvPr id="135" name="Google Shape;135;p26"/>
          <p:cNvGrpSpPr/>
          <p:nvPr/>
        </p:nvGrpSpPr>
        <p:grpSpPr>
          <a:xfrm>
            <a:off x="2213413" y="4839956"/>
            <a:ext cx="983374" cy="457200"/>
            <a:chOff x="1950885" y="4827717"/>
            <a:chExt cx="983374" cy="457200"/>
          </a:xfrm>
        </p:grpSpPr>
        <p:pic>
          <p:nvPicPr>
            <p:cNvPr id="136" name="Google Shape;136;p26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26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27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7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3" name="Google Shape;143;p27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5" name="Google Shape;145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6" name="Google Shape;146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7" name="Google Shape;147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8" name="Google Shape;148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9" name="Google Shape;149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0" name="Google Shape;150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1" name="Google Shape;151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2" name="Google Shape;152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3" name="Google Shape;153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4" name="Google Shape;154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5" name="Google Shape;155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7" name="Google Shape;157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8" name="Google Shape;158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0" name="Google Shape;160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1" name="Google Shape;161;p27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7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7"/>
          <p:cNvSpPr txBox="1">
            <a:spLocks noGrp="1"/>
          </p:cNvSpPr>
          <p:nvPr>
            <p:ph type="body" idx="1"/>
          </p:nvPr>
        </p:nvSpPr>
        <p:spPr>
          <a:xfrm>
            <a:off x="858838" y="1487488"/>
            <a:ext cx="10506075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7"/>
          <p:cNvSpPr/>
          <p:nvPr/>
        </p:nvSpPr>
        <p:spPr>
          <a:xfrm rot="10800000" flipH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7"/>
          <p:cNvSpPr txBox="1"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7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168" name="Google Shape;168;p27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169" name="Google Shape;169;p27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27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bg>
      <p:bgPr>
        <a:solidFill>
          <a:schemeClr val="lt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8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8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6" name="Google Shape;176;p28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8" name="Google Shape;178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9" name="Google Shape;179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0" name="Google Shape;180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1" name="Google Shape;181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2" name="Google Shape;182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3" name="Google Shape;183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4" name="Google Shape;184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5" name="Google Shape;185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6" name="Google Shape;186;p28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7" name="Google Shape;187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8" name="Google Shape;188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0" name="Google Shape;190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1" name="Google Shape;191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3" name="Google Shape;193;p28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4" name="Google Shape;194;p28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8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8"/>
          <p:cNvSpPr/>
          <p:nvPr/>
        </p:nvSpPr>
        <p:spPr>
          <a:xfrm rot="10800000" flipH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8"/>
          <p:cNvSpPr txBox="1"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8"/>
          <p:cNvSpPr txBox="1">
            <a:spLocks noGrp="1"/>
          </p:cNvSpPr>
          <p:nvPr>
            <p:ph type="body" idx="1"/>
          </p:nvPr>
        </p:nvSpPr>
        <p:spPr>
          <a:xfrm>
            <a:off x="858838" y="1487488"/>
            <a:ext cx="10506075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28"/>
          <p:cNvSpPr/>
          <p:nvPr/>
        </p:nvSpPr>
        <p:spPr>
          <a:xfrm rot="10800000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8"/>
          <p:cNvSpPr/>
          <p:nvPr/>
        </p:nvSpPr>
        <p:spPr>
          <a:xfrm rot="10800000" flipH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03" name="Google Shape;203;p28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204" name="Google Shape;204;p28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8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bg>
      <p:bgPr>
        <a:solidFill>
          <a:schemeClr val="lt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9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9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1" name="Google Shape;211;p29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3" name="Google Shape;213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4" name="Google Shape;214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5" name="Google Shape;215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6" name="Google Shape;216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7" name="Google Shape;217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8" name="Google Shape;218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9" name="Google Shape;219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0" name="Google Shape;220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1" name="Google Shape;221;p29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2" name="Google Shape;222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3" name="Google Shape;223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5" name="Google Shape;225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6" name="Google Shape;226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8" name="Google Shape;228;p29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9" name="Google Shape;229;p29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9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583725" y="480309"/>
            <a:ext cx="11024550" cy="5897383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9"/>
          <p:cNvSpPr txBox="1">
            <a:spLocks noGrp="1"/>
          </p:cNvSpPr>
          <p:nvPr>
            <p:ph type="body" idx="1"/>
          </p:nvPr>
        </p:nvSpPr>
        <p:spPr>
          <a:xfrm>
            <a:off x="858838" y="857871"/>
            <a:ext cx="10506075" cy="5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29"/>
          <p:cNvSpPr/>
          <p:nvPr/>
        </p:nvSpPr>
        <p:spPr>
          <a:xfrm rot="10800000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9"/>
          <p:cNvSpPr/>
          <p:nvPr/>
        </p:nvSpPr>
        <p:spPr>
          <a:xfrm rot="10800000" flipH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36" name="Google Shape;236;p29"/>
          <p:cNvGrpSpPr/>
          <p:nvPr/>
        </p:nvGrpSpPr>
        <p:grpSpPr>
          <a:xfrm>
            <a:off x="5604313" y="6196873"/>
            <a:ext cx="983374" cy="457200"/>
            <a:chOff x="1950885" y="4827717"/>
            <a:chExt cx="983374" cy="457200"/>
          </a:xfrm>
        </p:grpSpPr>
        <p:pic>
          <p:nvPicPr>
            <p:cNvPr id="237" name="Google Shape;237;p29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9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solidFill>
          <a:schemeClr val="lt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7903610" y="312917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1" name="Google Shape;241;p30"/>
          <p:cNvSpPr/>
          <p:nvPr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0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0"/>
          <p:cNvSpPr/>
          <p:nvPr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30" descr="Download Free Abstract shape Special Flat icon Icons in PNG &amp; SVG"/>
          <p:cNvPicPr preferRelativeResize="0"/>
          <p:nvPr/>
        </p:nvPicPr>
        <p:blipFill rotWithShape="1">
          <a:blip r:embed="rId3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0" descr="Abstract shape - Free shapes and symbols icons"/>
          <p:cNvPicPr preferRelativeResize="0"/>
          <p:nvPr/>
        </p:nvPicPr>
        <p:blipFill rotWithShape="1">
          <a:blip r:embed="rId4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7" name="Google Shape;247;p30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0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9" name="Google Shape;249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0" name="Google Shape;250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1" name="Google Shape;251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2" name="Google Shape;252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3" name="Google Shape;253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4" name="Google Shape;254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5" name="Google Shape;255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6" name="Google Shape;256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7" name="Google Shape;257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8" name="Google Shape;258;p3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9" name="Google Shape;259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0" name="Google Shape;260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2" name="Google Shape;262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4" name="Google Shape;264;p3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5" name="Google Shape;265;p30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0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0"/>
          <p:cNvSpPr/>
          <p:nvPr/>
        </p:nvSpPr>
        <p:spPr>
          <a:xfrm>
            <a:off x="583725" y="1631713"/>
            <a:ext cx="11024550" cy="491337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0"/>
          <p:cNvSpPr txBox="1">
            <a:spLocks noGrp="1"/>
          </p:cNvSpPr>
          <p:nvPr>
            <p:ph type="body" idx="1"/>
          </p:nvPr>
        </p:nvSpPr>
        <p:spPr>
          <a:xfrm>
            <a:off x="858838" y="1881595"/>
            <a:ext cx="10342562" cy="437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30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70" name="Google Shape;270;p30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271" name="Google Shape;271;p30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30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bg>
      <p:bgPr>
        <a:solidFill>
          <a:schemeClr val="lt1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1"/>
          <p:cNvSpPr/>
          <p:nvPr/>
        </p:nvSpPr>
        <p:spPr>
          <a:xfrm rot="5400000">
            <a:off x="3105150" y="-2825750"/>
            <a:ext cx="1079500" cy="728980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1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1"/>
          <p:cNvSpPr/>
          <p:nvPr/>
        </p:nvSpPr>
        <p:spPr>
          <a:xfrm rot="5400000">
            <a:off x="3056178" y="-2865678"/>
            <a:ext cx="1079500" cy="71918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1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78" name="Google Shape;278;p31" descr="Python White Icons – Free Download SVG, PNG, GIF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1"/>
          <p:cNvSpPr txBox="1">
            <a:spLocks noGrp="1"/>
          </p:cNvSpPr>
          <p:nvPr>
            <p:ph type="body" idx="1"/>
          </p:nvPr>
        </p:nvSpPr>
        <p:spPr>
          <a:xfrm>
            <a:off x="655638" y="1684338"/>
            <a:ext cx="1067787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0" name="Google Shape;280;p31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81" name="Google Shape;281;p31"/>
          <p:cNvGrpSpPr/>
          <p:nvPr/>
        </p:nvGrpSpPr>
        <p:grpSpPr>
          <a:xfrm>
            <a:off x="84742" y="5667375"/>
            <a:ext cx="467480" cy="1083963"/>
            <a:chOff x="1942404" y="4200954"/>
            <a:chExt cx="467480" cy="1083963"/>
          </a:xfrm>
        </p:grpSpPr>
        <p:pic>
          <p:nvPicPr>
            <p:cNvPr id="282" name="Google Shape;282;p31" descr="Python Logo PNG Transparent – Brands Logo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31" descr="Django Icon #266158 - Free Icons Library"/>
            <p:cNvPicPr preferRelativeResize="0"/>
            <p:nvPr/>
          </p:nvPicPr>
          <p:blipFill rotWithShape="1">
            <a:blip r:embed="rId4">
              <a:alphaModFix/>
            </a:blip>
            <a:srcRect l="3957" t="3918" r="4002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 txBox="1">
            <a:spLocks noGrp="1"/>
          </p:cNvSpPr>
          <p:nvPr>
            <p:ph type="body" idx="1"/>
          </p:nvPr>
        </p:nvSpPr>
        <p:spPr>
          <a:xfrm>
            <a:off x="1030146" y="1825625"/>
            <a:ext cx="103236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32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2"/>
          <p:cNvSpPr/>
          <p:nvPr/>
        </p:nvSpPr>
        <p:spPr>
          <a:xfrm>
            <a:off x="1922264" y="179853"/>
            <a:ext cx="8347472" cy="1204890"/>
          </a:xfrm>
          <a:prstGeom prst="roundRect">
            <a:avLst>
              <a:gd name="adj" fmla="val 1951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8" name="Google Shape;288;p32"/>
          <p:cNvGrpSpPr/>
          <p:nvPr/>
        </p:nvGrpSpPr>
        <p:grpSpPr>
          <a:xfrm>
            <a:off x="4548188" y="6534150"/>
            <a:ext cx="3095625" cy="323850"/>
            <a:chOff x="4886325" y="6534150"/>
            <a:chExt cx="3095625" cy="323850"/>
          </a:xfrm>
        </p:grpSpPr>
        <p:sp>
          <p:nvSpPr>
            <p:cNvPr id="289" name="Google Shape;289;p32"/>
            <p:cNvSpPr/>
            <p:nvPr/>
          </p:nvSpPr>
          <p:spPr>
            <a:xfrm rot="5400000" flipH="1">
              <a:off x="6877050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2"/>
            <p:cNvSpPr/>
            <p:nvPr/>
          </p:nvSpPr>
          <p:spPr>
            <a:xfrm rot="-5400000">
              <a:off x="5667375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1" name="Google Shape;291;p32"/>
          <p:cNvSpPr txBox="1">
            <a:spLocks noGrp="1"/>
          </p:cNvSpPr>
          <p:nvPr>
            <p:ph type="title"/>
          </p:nvPr>
        </p:nvSpPr>
        <p:spPr>
          <a:xfrm>
            <a:off x="2640653" y="238645"/>
            <a:ext cx="7476053" cy="106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3600"/>
              <a:buFont typeface="Arial"/>
              <a:buNone/>
              <a:defRPr sz="3600" b="1">
                <a:solidFill>
                  <a:srgbClr val="0351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32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93" name="Google Shape;293;p32"/>
          <p:cNvGrpSpPr/>
          <p:nvPr/>
        </p:nvGrpSpPr>
        <p:grpSpPr>
          <a:xfrm>
            <a:off x="2075294" y="428355"/>
            <a:ext cx="348729" cy="732107"/>
            <a:chOff x="1942404" y="4303509"/>
            <a:chExt cx="467480" cy="981408"/>
          </a:xfrm>
        </p:grpSpPr>
        <p:pic>
          <p:nvPicPr>
            <p:cNvPr id="294" name="Google Shape;294;p32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32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1942404" y="4303509"/>
              <a:ext cx="458318" cy="4571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9" name="Google Shape;299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 txBox="1">
            <a:spLocks noGrp="1"/>
          </p:cNvSpPr>
          <p:nvPr>
            <p:ph type="body" idx="1"/>
          </p:nvPr>
        </p:nvSpPr>
        <p:spPr>
          <a:xfrm>
            <a:off x="1030146" y="1825625"/>
            <a:ext cx="103236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4"/>
          <p:cNvSpPr txBox="1">
            <a:spLocks noGrp="1"/>
          </p:cNvSpPr>
          <p:nvPr>
            <p:ph type="sldNum" idx="12"/>
          </p:nvPr>
        </p:nvSpPr>
        <p:spPr>
          <a:xfrm>
            <a:off x="8263483" y="63787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7" name="Google Shape;30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1978" y="5349878"/>
            <a:ext cx="1203644" cy="11929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34"/>
          <p:cNvGrpSpPr/>
          <p:nvPr/>
        </p:nvGrpSpPr>
        <p:grpSpPr>
          <a:xfrm>
            <a:off x="365760" y="527031"/>
            <a:ext cx="8528857" cy="1198094"/>
            <a:chOff x="365761" y="527031"/>
            <a:chExt cx="6370320" cy="1198094"/>
          </a:xfrm>
        </p:grpSpPr>
        <p:sp>
          <p:nvSpPr>
            <p:cNvPr id="309" name="Google Shape;309;p34"/>
            <p:cNvSpPr/>
            <p:nvPr/>
          </p:nvSpPr>
          <p:spPr>
            <a:xfrm>
              <a:off x="457201" y="612605"/>
              <a:ext cx="6278880" cy="1112520"/>
            </a:xfrm>
            <a:prstGeom prst="roundRect">
              <a:avLst>
                <a:gd name="adj" fmla="val 16667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4"/>
            <p:cNvSpPr/>
            <p:nvPr/>
          </p:nvSpPr>
          <p:spPr>
            <a:xfrm>
              <a:off x="365761" y="527031"/>
              <a:ext cx="6278880" cy="1112520"/>
            </a:xfrm>
            <a:prstGeom prst="roundRect">
              <a:avLst>
                <a:gd name="adj" fmla="val 16667"/>
              </a:avLst>
            </a:prstGeom>
            <a:solidFill>
              <a:srgbClr val="0042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sp>
        <p:nvSpPr>
          <p:cNvPr id="311" name="Google Shape;311;p34"/>
          <p:cNvSpPr txBox="1">
            <a:spLocks noGrp="1"/>
          </p:cNvSpPr>
          <p:nvPr>
            <p:ph type="title"/>
          </p:nvPr>
        </p:nvSpPr>
        <p:spPr>
          <a:xfrm>
            <a:off x="711199" y="578168"/>
            <a:ext cx="7795491" cy="106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"/>
          <p:cNvSpPr txBox="1">
            <a:spLocks noGrp="1"/>
          </p:cNvSpPr>
          <p:nvPr>
            <p:ph type="title"/>
          </p:nvPr>
        </p:nvSpPr>
        <p:spPr>
          <a:xfrm>
            <a:off x="393539" y="1709738"/>
            <a:ext cx="3368233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sz="36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35"/>
          <p:cNvSpPr txBox="1">
            <a:spLocks noGrp="1"/>
          </p:cNvSpPr>
          <p:nvPr>
            <p:ph type="body" idx="1"/>
          </p:nvPr>
        </p:nvSpPr>
        <p:spPr>
          <a:xfrm>
            <a:off x="4490977" y="2386012"/>
            <a:ext cx="758141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17" name="Google Shape;317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1978" y="5349878"/>
            <a:ext cx="1203644" cy="119299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5"/>
          <p:cNvSpPr txBox="1">
            <a:spLocks noGrp="1"/>
          </p:cNvSpPr>
          <p:nvPr>
            <p:ph type="sldNum" idx="12"/>
          </p:nvPr>
        </p:nvSpPr>
        <p:spPr>
          <a:xfrm>
            <a:off x="8263483" y="63787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2" name="Google Shape;322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3" name="Google Shape;323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9" name="Google Shape;329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1" name="Google Shape;331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47" name="Google Shape;347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48" name="Google Shape;348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4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55" name="Google Shape;355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4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1" name="Google Shape;361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4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49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  <p:sldLayoutId id="2147483661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1" r:id="rId2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4800"/>
              <a:buFont typeface="Play"/>
              <a:buNone/>
            </a:pPr>
            <a:r>
              <a:rPr lang="en-US" sz="4400" dirty="0"/>
              <a:t>Welcome to the</a:t>
            </a:r>
            <a:br>
              <a:rPr lang="en-US" sz="4400" dirty="0"/>
            </a:br>
            <a:r>
              <a:rPr lang="en-US" sz="4000" dirty="0">
                <a:solidFill>
                  <a:schemeClr val="lt1"/>
                </a:solidFill>
              </a:rPr>
              <a:t>Web Application Development with Python L-4</a:t>
            </a:r>
            <a:r>
              <a:rPr lang="en-US" sz="4400" dirty="0"/>
              <a:t/>
            </a:r>
            <a:br>
              <a:rPr lang="en-US" sz="4400" dirty="0"/>
            </a:br>
            <a:r>
              <a:rPr lang="en-US" sz="4000" dirty="0"/>
              <a:t>Training Program</a:t>
            </a:r>
            <a:endParaRPr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412CB6-35B0-B38C-8ADE-C36B2B30C6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Arial"/>
                <a:cs typeface="Arial"/>
                <a:sym typeface="Arial"/>
              </a:rPr>
              <a:t>Python Dictionary</a:t>
            </a:r>
            <a:endParaRPr lang="en-US" dirty="0"/>
          </a:p>
        </p:txBody>
      </p:sp>
      <p:sp>
        <p:nvSpPr>
          <p:cNvPr id="384" name="Google Shape;384;p3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lang="en-US"/>
              <a:t>Lecture</a:t>
            </a:r>
            <a:endParaRPr/>
          </a:p>
        </p:txBody>
      </p:sp>
      <p:sp>
        <p:nvSpPr>
          <p:cNvPr id="385" name="Google Shape;385;p3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</a:pPr>
            <a:r>
              <a:rPr lang="en-US" dirty="0"/>
              <a:t>09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 </a:t>
            </a:r>
            <a:r>
              <a:rPr lang="en-US" b="1"/>
              <a:t>dictionary</a:t>
            </a:r>
            <a:r>
              <a:rPr lang="en-US"/>
              <a:t> in Python is a collection of data stored in </a:t>
            </a:r>
            <a:r>
              <a:rPr lang="en-US" b="1"/>
              <a:t>key–value pairs</a:t>
            </a:r>
            <a:r>
              <a:rPr lang="en-US"/>
              <a:t>. Dictionaries are </a:t>
            </a:r>
            <a:r>
              <a:rPr lang="en-US" b="1"/>
              <a:t>unordered</a:t>
            </a:r>
            <a:r>
              <a:rPr lang="en-US"/>
              <a:t>, </a:t>
            </a:r>
            <a:r>
              <a:rPr lang="en-US" b="1"/>
              <a:t>mutable (changeable)</a:t>
            </a:r>
            <a:r>
              <a:rPr lang="en-US"/>
              <a:t>, and </a:t>
            </a:r>
            <a:r>
              <a:rPr lang="en-US" b="1"/>
              <a:t>do not allow duplicate keys</a:t>
            </a:r>
            <a:r>
              <a:rPr lang="en-US"/>
              <a:t>. They are widely used to represent real-world data.</a:t>
            </a:r>
            <a:endParaRPr b="0" i="0"/>
          </a:p>
        </p:txBody>
      </p:sp>
      <p:sp>
        <p:nvSpPr>
          <p:cNvPr id="391" name="Google Shape;391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Python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/>
              <a:t>Dictionary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93" name="Google Shape;39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2192" y="3186930"/>
            <a:ext cx="4883465" cy="352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>
          <a:extLst>
            <a:ext uri="{FF2B5EF4-FFF2-40B4-BE49-F238E27FC236}">
              <a16:creationId xmlns:a16="http://schemas.microsoft.com/office/drawing/2014/main" xmlns="" id="{40328A24-190E-9FD0-057E-BFDD3EE2D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">
            <a:extLst>
              <a:ext uri="{FF2B5EF4-FFF2-40B4-BE49-F238E27FC236}">
                <a16:creationId xmlns:a16="http://schemas.microsoft.com/office/drawing/2014/main" xmlns="" id="{215CCA07-9FF9-5C9D-F0B7-770455171AFC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indent="0">
              <a:buNone/>
            </a:pPr>
            <a:r>
              <a:rPr lang="en-US" dirty="0"/>
              <a:t>Dictionaries are used to:</a:t>
            </a:r>
          </a:p>
          <a:p>
            <a:pPr>
              <a:buClr>
                <a:schemeClr val="bg1"/>
              </a:buClr>
            </a:pPr>
            <a:r>
              <a:rPr lang="en-US" dirty="0"/>
              <a:t>Store data with meaningful keys</a:t>
            </a:r>
          </a:p>
          <a:p>
            <a:pPr>
              <a:buClr>
                <a:schemeClr val="bg1"/>
              </a:buClr>
            </a:pPr>
            <a:r>
              <a:rPr lang="en-US" dirty="0"/>
              <a:t>Access values quickly using keys</a:t>
            </a:r>
          </a:p>
          <a:p>
            <a:pPr>
              <a:buClr>
                <a:schemeClr val="bg1"/>
              </a:buClr>
            </a:pPr>
            <a:r>
              <a:rPr lang="en-US" dirty="0"/>
              <a:t>Represent structured data (e.g., student, product, user)</a:t>
            </a:r>
          </a:p>
          <a:p>
            <a:pPr>
              <a:buClr>
                <a:schemeClr val="bg1"/>
              </a:buClr>
            </a:pPr>
            <a:r>
              <a:rPr lang="en-US" dirty="0"/>
              <a:t>Map relationships between data</a:t>
            </a:r>
          </a:p>
        </p:txBody>
      </p:sp>
      <p:sp>
        <p:nvSpPr>
          <p:cNvPr id="391" name="Google Shape;391;p4">
            <a:extLst>
              <a:ext uri="{FF2B5EF4-FFF2-40B4-BE49-F238E27FC236}">
                <a16:creationId xmlns:a16="http://schemas.microsoft.com/office/drawing/2014/main" xmlns="" id="{82688071-9569-44B0-851B-EF7701761B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A6CFC0"/>
              </a:buClr>
              <a:buSzPts val="3200"/>
            </a:pPr>
            <a:r>
              <a:rPr lang="en-US" dirty="0"/>
              <a:t>Why Use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Dictionaries?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4147642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68B1EF3D-C910-454D-264B-8888A9889C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Dictionaries are created using </a:t>
            </a:r>
            <a:r>
              <a:rPr lang="en-US" b="1" dirty="0"/>
              <a:t>curly braces { }</a:t>
            </a:r>
            <a:r>
              <a:rPr lang="en-US" dirty="0"/>
              <a:t> with key–value pairs separated by a colon(</a:t>
            </a:r>
            <a:r>
              <a:rPr lang="en-US" dirty="0">
                <a:sym typeface="Wingdings" panose="05000000000000000000" pitchFamily="2" charset="2"/>
              </a:rPr>
              <a:t>:)</a:t>
            </a:r>
            <a:endParaRPr lang="en-US" dirty="0"/>
          </a:p>
        </p:txBody>
      </p:sp>
      <p:sp>
        <p:nvSpPr>
          <p:cNvPr id="398" name="Google Shape;398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A6CFC0"/>
              </a:buClr>
              <a:buSzPts val="3200"/>
            </a:pPr>
            <a:r>
              <a:rPr lang="en-US" dirty="0"/>
              <a:t>Creating a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Dictionary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C1CCB107-624B-2C89-6449-88516B2E5473}"/>
              </a:ext>
            </a:extLst>
          </p:cNvPr>
          <p:cNvGrpSpPr/>
          <p:nvPr/>
        </p:nvGrpSpPr>
        <p:grpSpPr>
          <a:xfrm>
            <a:off x="3047999" y="2663336"/>
            <a:ext cx="6882063" cy="3638990"/>
            <a:chOff x="3064041" y="1748936"/>
            <a:chExt cx="6882063" cy="363899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xmlns="" id="{DCDF4D69-F915-D30B-5CC5-399B2385570B}"/>
                </a:ext>
              </a:extLst>
            </p:cNvPr>
            <p:cNvSpPr/>
            <p:nvPr/>
          </p:nvSpPr>
          <p:spPr>
            <a:xfrm>
              <a:off x="3064041" y="1893141"/>
              <a:ext cx="6882063" cy="3350579"/>
            </a:xfrm>
            <a:prstGeom prst="roundRect">
              <a:avLst>
                <a:gd name="adj" fmla="val 517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9" name="Google Shape;399;p5" descr="Key Value Pairs in a Dictionary"/>
            <p:cNvPicPr preferRelativeResize="0"/>
            <p:nvPr/>
          </p:nvPicPr>
          <p:blipFill rotWithShape="1">
            <a:blip r:embed="rId3">
              <a:alphaModFix/>
            </a:blip>
            <a:srcRect l="28028" r="13805"/>
            <a:stretch>
              <a:fillRect/>
            </a:stretch>
          </p:blipFill>
          <p:spPr>
            <a:xfrm>
              <a:off x="3368841" y="1748936"/>
              <a:ext cx="6384759" cy="363899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491F7CFF-2A15-B234-E79B-A80AB5CA89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4" name="Google Shape;404;p6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493752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Access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Dictionary Elements by Key</a:t>
            </a:r>
            <a:endParaRPr dirty="0"/>
          </a:p>
        </p:txBody>
      </p:sp>
      <p:pic>
        <p:nvPicPr>
          <p:cNvPr id="405" name="Google Shape;40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3207" y="1710207"/>
            <a:ext cx="7964658" cy="4103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62C5C66E-065D-E6C4-578A-ACFC1ADA00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0" name="Google Shape;410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Adding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Items</a:t>
            </a:r>
            <a:endParaRPr dirty="0"/>
          </a:p>
        </p:txBody>
      </p:sp>
      <p:pic>
        <p:nvPicPr>
          <p:cNvPr id="411" name="Google Shape;41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20213" y="1425304"/>
            <a:ext cx="7951574" cy="4996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4748208F-BE42-D8E4-AC5C-70C5CC5A2F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6" name="Google Shape;416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Modifying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Items</a:t>
            </a:r>
            <a:endParaRPr dirty="0"/>
          </a:p>
        </p:txBody>
      </p:sp>
      <p:pic>
        <p:nvPicPr>
          <p:cNvPr id="417" name="Google Shape;41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20213" y="1425304"/>
            <a:ext cx="7951573" cy="4996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77D90F04-25D1-6EBB-40D2-225B9366B4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8" name="Google Shape;428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Find Dictionary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Length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29" name="Google Shape;42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6025" y="1531197"/>
            <a:ext cx="7139949" cy="5047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F84728-083A-31DE-192A-A1A95D1707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Removing Dictionary Items</a:t>
            </a:r>
          </a:p>
        </p:txBody>
      </p:sp>
    </p:spTree>
    <p:extLst>
      <p:ext uri="{BB962C8B-B14F-4D97-AF65-F5344CB8AC3E}">
        <p14:creationId xmlns:p14="http://schemas.microsoft.com/office/powerpoint/2010/main" val="200561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6F77DD2F-C9EA-0E6B-B853-3D75FBE8C5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2" name="Google Shape;422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Remove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Dictionary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Items</a:t>
            </a:r>
            <a:endParaRPr dirty="0"/>
          </a:p>
        </p:txBody>
      </p:sp>
      <p:pic>
        <p:nvPicPr>
          <p:cNvPr id="423" name="Google Shape;42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20213" y="1425304"/>
            <a:ext cx="7951573" cy="4996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6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Removes and returns the value associated with the specified key. If the key is not found, it raises a KeyError unless a default value is provided.</a:t>
            </a:r>
            <a:endParaRPr b="0" i="0"/>
          </a:p>
        </p:txBody>
      </p:sp>
      <p:sp>
        <p:nvSpPr>
          <p:cNvPr id="469" name="Google Shape;469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pop()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Method in Dictionary</a:t>
            </a:r>
            <a:endParaRPr dirty="0"/>
          </a:p>
        </p:txBody>
      </p:sp>
      <p:pic>
        <p:nvPicPr>
          <p:cNvPr id="470" name="Google Shape;4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4727" y="2485040"/>
            <a:ext cx="7556696" cy="3893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5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Removes all items from the dictionary.</a:t>
            </a:r>
            <a:endParaRPr b="0" i="0"/>
          </a:p>
        </p:txBody>
      </p:sp>
      <p:sp>
        <p:nvSpPr>
          <p:cNvPr id="462" name="Google Shape;462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clear()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Method in Dictionary</a:t>
            </a:r>
            <a:endParaRPr dirty="0"/>
          </a:p>
        </p:txBody>
      </p:sp>
      <p:pic>
        <p:nvPicPr>
          <p:cNvPr id="463" name="Google Shape;46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53600" y="2188931"/>
            <a:ext cx="7556696" cy="4186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092BAC-7797-E973-232C-7F46A6D3F2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 in Dictionary</a:t>
            </a:r>
          </a:p>
        </p:txBody>
      </p:sp>
    </p:spTree>
    <p:extLst>
      <p:ext uri="{BB962C8B-B14F-4D97-AF65-F5344CB8AC3E}">
        <p14:creationId xmlns:p14="http://schemas.microsoft.com/office/powerpoint/2010/main" val="3420959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1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Returns the value for a given key. If the key is not found, it returns None.</a:t>
            </a:r>
            <a:endParaRPr b="0" i="0"/>
          </a:p>
        </p:txBody>
      </p:sp>
      <p:sp>
        <p:nvSpPr>
          <p:cNvPr id="434" name="Google Shape;434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get()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Method in Dictionary</a:t>
            </a:r>
            <a:endParaRPr dirty="0"/>
          </a:p>
        </p:txBody>
      </p:sp>
      <p:pic>
        <p:nvPicPr>
          <p:cNvPr id="436" name="Google Shape;43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2696" y="2597057"/>
            <a:ext cx="8006862" cy="3827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Returns a view object that displays a list of dictionary’s key-value tuple pairs.</a:t>
            </a:r>
            <a:endParaRPr b="0" i="0"/>
          </a:p>
        </p:txBody>
      </p:sp>
      <p:sp>
        <p:nvSpPr>
          <p:cNvPr id="441" name="Google Shape;441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items()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Method in Dictionary</a:t>
            </a:r>
            <a:endParaRPr dirty="0"/>
          </a:p>
        </p:txBody>
      </p:sp>
      <p:pic>
        <p:nvPicPr>
          <p:cNvPr id="443" name="Google Shape;44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2696" y="2597057"/>
            <a:ext cx="8006862" cy="3827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3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Returns a view object that displays a list of all the keys in the dictionary.</a:t>
            </a:r>
            <a:endParaRPr b="0" i="0"/>
          </a:p>
        </p:txBody>
      </p:sp>
      <p:sp>
        <p:nvSpPr>
          <p:cNvPr id="448" name="Google Shape;448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keys()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Method in Dictionary</a:t>
            </a:r>
            <a:endParaRPr dirty="0"/>
          </a:p>
        </p:txBody>
      </p:sp>
      <p:pic>
        <p:nvPicPr>
          <p:cNvPr id="450" name="Google Shape;45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2697" y="2597057"/>
            <a:ext cx="8006860" cy="3827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Returns the values in the dictionary.</a:t>
            </a:r>
            <a:endParaRPr b="0" i="0"/>
          </a:p>
        </p:txBody>
      </p:sp>
      <p:sp>
        <p:nvSpPr>
          <p:cNvPr id="455" name="Google Shape;455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values()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Method in Dictionary</a:t>
            </a:r>
            <a:endParaRPr dirty="0"/>
          </a:p>
        </p:txBody>
      </p:sp>
      <p:pic>
        <p:nvPicPr>
          <p:cNvPr id="457" name="Google Shape;45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2570" y="2168790"/>
            <a:ext cx="8006860" cy="3827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xmlns="" id="{158EB5F9-C771-BE7E-639C-FA0A353F5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">
            <a:extLst>
              <a:ext uri="{FF2B5EF4-FFF2-40B4-BE49-F238E27FC236}">
                <a16:creationId xmlns:a16="http://schemas.microsoft.com/office/drawing/2014/main" xmlns="" id="{E6CF5A02-12E7-AB50-CEDB-58D1E8C16CF4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Returns a copy of the specified dictionary.</a:t>
            </a:r>
            <a:endParaRPr b="0" i="0" dirty="0"/>
          </a:p>
        </p:txBody>
      </p:sp>
      <p:sp>
        <p:nvSpPr>
          <p:cNvPr id="455" name="Google Shape;455;p14">
            <a:extLst>
              <a:ext uri="{FF2B5EF4-FFF2-40B4-BE49-F238E27FC236}">
                <a16:creationId xmlns:a16="http://schemas.microsoft.com/office/drawing/2014/main" xmlns="" id="{1736D87D-193A-3FA3-18B8-466E955AAC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copy()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Method in Dictionary</a:t>
            </a:r>
            <a:endParaRPr dirty="0"/>
          </a:p>
        </p:txBody>
      </p:sp>
      <p:pic>
        <p:nvPicPr>
          <p:cNvPr id="457" name="Google Shape;457;p14">
            <a:extLst>
              <a:ext uri="{FF2B5EF4-FFF2-40B4-BE49-F238E27FC236}">
                <a16:creationId xmlns:a16="http://schemas.microsoft.com/office/drawing/2014/main" xmlns="" id="{C75C2E8A-D526-A4A7-99C3-BFF9BAF3397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1849119" y="2217667"/>
            <a:ext cx="4246881" cy="38276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9428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7E924FE5-9D18-9D37-3AF0-EB0A39A04E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6" name="Google Shape;476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Iterate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Through a Dictionary</a:t>
            </a:r>
            <a:endParaRPr dirty="0"/>
          </a:p>
        </p:txBody>
      </p:sp>
      <p:pic>
        <p:nvPicPr>
          <p:cNvPr id="477" name="Google Shape;47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2025" y="1484140"/>
            <a:ext cx="7139949" cy="5294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792C12-C4E3-D41D-E3D6-16A2731C35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82" name="Google Shape;482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Nested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Dictionary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83" name="Google Shape;48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3394" y="1531197"/>
            <a:ext cx="5925212" cy="5047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6600"/>
              <a:buFont typeface="Play"/>
              <a:buNone/>
            </a:pPr>
            <a:r>
              <a:rPr lang="en-US" sz="6600" dirty="0"/>
              <a:t>Thanks All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265</Words>
  <Application>Microsoft Office PowerPoint</Application>
  <PresentationFormat>Custom</PresentationFormat>
  <Paragraphs>38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Wingdings</vt:lpstr>
      <vt:lpstr>Arial Black</vt:lpstr>
      <vt:lpstr>Play</vt:lpstr>
      <vt:lpstr>Roboto Black</vt:lpstr>
      <vt:lpstr>Office Theme</vt:lpstr>
      <vt:lpstr>Welcome to the Web Application Development with Python L-4 Training Program</vt:lpstr>
      <vt:lpstr>Python Dictionary</vt:lpstr>
      <vt:lpstr>Python Dictionary</vt:lpstr>
      <vt:lpstr>Why Use Dictionaries?</vt:lpstr>
      <vt:lpstr>Creating a Dictionary</vt:lpstr>
      <vt:lpstr>Access Dictionary Elements by Key</vt:lpstr>
      <vt:lpstr>Adding Items</vt:lpstr>
      <vt:lpstr>Modifying Items</vt:lpstr>
      <vt:lpstr>Find Dictionary Length</vt:lpstr>
      <vt:lpstr>Removing Dictionary Items</vt:lpstr>
      <vt:lpstr>Remove Dictionary Items</vt:lpstr>
      <vt:lpstr>pop() Method in Dictionary</vt:lpstr>
      <vt:lpstr>clear() Method in Dictionary</vt:lpstr>
      <vt:lpstr>Method in Dictionary</vt:lpstr>
      <vt:lpstr>get() Method in Dictionary</vt:lpstr>
      <vt:lpstr>items() Method in Dictionary</vt:lpstr>
      <vt:lpstr>keys() Method in Dictionary</vt:lpstr>
      <vt:lpstr>values() Method in Dictionary</vt:lpstr>
      <vt:lpstr>copy() Method in Dictionary</vt:lpstr>
      <vt:lpstr>Iterate Through a Dictionary</vt:lpstr>
      <vt:lpstr>Nested Dictionary</vt:lpstr>
      <vt:lpstr>Thanks All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Web Application Development with Python L-4 Training Program</dc:title>
  <dc:creator>MD SHAKIL</dc:creator>
  <cp:lastModifiedBy>Reaz</cp:lastModifiedBy>
  <cp:revision>10</cp:revision>
  <dcterms:created xsi:type="dcterms:W3CDTF">2024-08-22T18:44:27Z</dcterms:created>
  <dcterms:modified xsi:type="dcterms:W3CDTF">2026-04-27T06:35:28Z</dcterms:modified>
</cp:coreProperties>
</file>
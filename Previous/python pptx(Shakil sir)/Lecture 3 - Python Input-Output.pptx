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89" r:id="rId2"/>
    <p:sldId id="368" r:id="rId3"/>
    <p:sldId id="367" r:id="rId4"/>
    <p:sldId id="351" r:id="rId5"/>
    <p:sldId id="373" r:id="rId6"/>
    <p:sldId id="369" r:id="rId7"/>
    <p:sldId id="370" r:id="rId8"/>
    <p:sldId id="371" r:id="rId9"/>
    <p:sldId id="372" r:id="rId10"/>
    <p:sldId id="374" r:id="rId11"/>
    <p:sldId id="375" r:id="rId12"/>
    <p:sldId id="376" r:id="rId13"/>
    <p:sldId id="377" r:id="rId14"/>
    <p:sldId id="30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4040"/>
    <a:srgbClr val="000000"/>
    <a:srgbClr val="F06C2C"/>
    <a:srgbClr val="FBBB09"/>
    <a:srgbClr val="F1CC4D"/>
    <a:srgbClr val="035160"/>
    <a:srgbClr val="FFC413"/>
    <a:srgbClr val="A6CFC0"/>
    <a:srgbClr val="96C6B5"/>
    <a:srgbClr val="E6FA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462" autoAdjust="0"/>
  </p:normalViewPr>
  <p:slideViewPr>
    <p:cSldViewPr snapToGrid="0">
      <p:cViewPr varScale="1">
        <p:scale>
          <a:sx n="103" d="100"/>
          <a:sy n="103" d="100"/>
        </p:scale>
        <p:origin x="91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86413C-5640-4591-8597-7AD8B522C119}" type="datetimeFigureOut">
              <a:rPr lang="en-US" smtClean="0"/>
              <a:t>3/7/2026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C05C77-B9A4-49A2-9319-63F104159ADC}" type="slidenum">
              <a:rPr lang="en-US" smtClean="0"/>
              <a:t>‹#›</a:t>
            </a:fld>
            <a:endParaRPr lang="en-US"/>
          </a:p>
        </p:txBody>
      </p:sp>
    </p:spTree>
    <p:extLst>
      <p:ext uri="{BB962C8B-B14F-4D97-AF65-F5344CB8AC3E}">
        <p14:creationId xmlns:p14="http://schemas.microsoft.com/office/powerpoint/2010/main" val="634487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EB1A2-1F48-04FA-8223-1960241631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BFAD7F-5F51-397C-2867-796A5F095F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496631-CAF9-46A3-A801-A08A219195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2D2FAA-BB86-5BC7-BF12-6B7CB3EFE151}"/>
              </a:ext>
            </a:extLst>
          </p:cNvPr>
          <p:cNvSpPr>
            <a:spLocks noGrp="1"/>
          </p:cNvSpPr>
          <p:nvPr>
            <p:ph type="sldNum" sz="quarter" idx="5"/>
          </p:nvPr>
        </p:nvSpPr>
        <p:spPr/>
        <p:txBody>
          <a:bodyPr/>
          <a:lstStyle/>
          <a:p>
            <a:fld id="{B7C05C77-B9A4-49A2-9319-63F104159ADC}" type="slidenum">
              <a:rPr lang="en-US" smtClean="0"/>
              <a:t>4</a:t>
            </a:fld>
            <a:endParaRPr lang="en-US"/>
          </a:p>
        </p:txBody>
      </p:sp>
    </p:spTree>
    <p:extLst>
      <p:ext uri="{BB962C8B-B14F-4D97-AF65-F5344CB8AC3E}">
        <p14:creationId xmlns:p14="http://schemas.microsoft.com/office/powerpoint/2010/main" val="7304337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9CDE2-5126-AEE2-6620-E687F914C4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C74893-D388-209D-956A-EBD1DA4C20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CB4B5A-8AC1-B301-8E13-E693E95299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69A46D-58E0-6919-977D-DA172865975B}"/>
              </a:ext>
            </a:extLst>
          </p:cNvPr>
          <p:cNvSpPr>
            <a:spLocks noGrp="1"/>
          </p:cNvSpPr>
          <p:nvPr>
            <p:ph type="sldNum" sz="quarter" idx="5"/>
          </p:nvPr>
        </p:nvSpPr>
        <p:spPr/>
        <p:txBody>
          <a:bodyPr/>
          <a:lstStyle/>
          <a:p>
            <a:fld id="{B7C05C77-B9A4-49A2-9319-63F104159ADC}" type="slidenum">
              <a:rPr lang="en-US" smtClean="0"/>
              <a:t>6</a:t>
            </a:fld>
            <a:endParaRPr lang="en-US"/>
          </a:p>
        </p:txBody>
      </p:sp>
    </p:spTree>
    <p:extLst>
      <p:ext uri="{BB962C8B-B14F-4D97-AF65-F5344CB8AC3E}">
        <p14:creationId xmlns:p14="http://schemas.microsoft.com/office/powerpoint/2010/main" val="38787495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407DF-5BEC-9B04-0332-ACF495D9EC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EE4B3-1EE0-5C8E-BB78-E9DF2BD687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6C22C3-3E97-0AAD-2964-DBDA7E611B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189276-3B9D-A63B-7148-99D5ED55A0B9}"/>
              </a:ext>
            </a:extLst>
          </p:cNvPr>
          <p:cNvSpPr>
            <a:spLocks noGrp="1"/>
          </p:cNvSpPr>
          <p:nvPr>
            <p:ph type="sldNum" sz="quarter" idx="5"/>
          </p:nvPr>
        </p:nvSpPr>
        <p:spPr/>
        <p:txBody>
          <a:bodyPr/>
          <a:lstStyle/>
          <a:p>
            <a:fld id="{B7C05C77-B9A4-49A2-9319-63F104159ADC}" type="slidenum">
              <a:rPr lang="en-US" smtClean="0"/>
              <a:t>7</a:t>
            </a:fld>
            <a:endParaRPr lang="en-US"/>
          </a:p>
        </p:txBody>
      </p:sp>
    </p:spTree>
    <p:extLst>
      <p:ext uri="{BB962C8B-B14F-4D97-AF65-F5344CB8AC3E}">
        <p14:creationId xmlns:p14="http://schemas.microsoft.com/office/powerpoint/2010/main" val="13571825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92FF9-C55D-6C0A-6B23-F722EBC494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A9F94B-963B-BA16-CF7F-17EBD0D1AA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0C2389-C926-A7FF-1F1D-3705179C29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94E4EC-D716-6DE5-3954-8207DC995811}"/>
              </a:ext>
            </a:extLst>
          </p:cNvPr>
          <p:cNvSpPr>
            <a:spLocks noGrp="1"/>
          </p:cNvSpPr>
          <p:nvPr>
            <p:ph type="sldNum" sz="quarter" idx="5"/>
          </p:nvPr>
        </p:nvSpPr>
        <p:spPr/>
        <p:txBody>
          <a:bodyPr/>
          <a:lstStyle/>
          <a:p>
            <a:fld id="{B7C05C77-B9A4-49A2-9319-63F104159ADC}" type="slidenum">
              <a:rPr lang="en-US" smtClean="0"/>
              <a:t>8</a:t>
            </a:fld>
            <a:endParaRPr lang="en-US"/>
          </a:p>
        </p:txBody>
      </p:sp>
    </p:spTree>
    <p:extLst>
      <p:ext uri="{BB962C8B-B14F-4D97-AF65-F5344CB8AC3E}">
        <p14:creationId xmlns:p14="http://schemas.microsoft.com/office/powerpoint/2010/main" val="4718459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F70E7-1076-646B-652C-DA57E809A0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3197C3-55AE-B9A8-2E5F-78E64A7A77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FF437C-386F-8CB1-7C50-82307E60D1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8A04ED-07BF-89F0-9562-B932D0D68166}"/>
              </a:ext>
            </a:extLst>
          </p:cNvPr>
          <p:cNvSpPr>
            <a:spLocks noGrp="1"/>
          </p:cNvSpPr>
          <p:nvPr>
            <p:ph type="sldNum" sz="quarter" idx="5"/>
          </p:nvPr>
        </p:nvSpPr>
        <p:spPr/>
        <p:txBody>
          <a:bodyPr/>
          <a:lstStyle/>
          <a:p>
            <a:fld id="{B7C05C77-B9A4-49A2-9319-63F104159ADC}" type="slidenum">
              <a:rPr lang="en-US" smtClean="0"/>
              <a:t>9</a:t>
            </a:fld>
            <a:endParaRPr lang="en-US"/>
          </a:p>
        </p:txBody>
      </p:sp>
    </p:spTree>
    <p:extLst>
      <p:ext uri="{BB962C8B-B14F-4D97-AF65-F5344CB8AC3E}">
        <p14:creationId xmlns:p14="http://schemas.microsoft.com/office/powerpoint/2010/main" val="39136730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43925-CA67-E109-EF0C-91FAFD7E77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DA0CB5-B1E3-E679-0EF0-CB1BA266D3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22F2E3-8566-4EA5-92D7-5E16FDB2B1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604271-8A5A-A9E3-70A1-CEE29A66CEA3}"/>
              </a:ext>
            </a:extLst>
          </p:cNvPr>
          <p:cNvSpPr>
            <a:spLocks noGrp="1"/>
          </p:cNvSpPr>
          <p:nvPr>
            <p:ph type="sldNum" sz="quarter" idx="5"/>
          </p:nvPr>
        </p:nvSpPr>
        <p:spPr/>
        <p:txBody>
          <a:bodyPr/>
          <a:lstStyle/>
          <a:p>
            <a:fld id="{B7C05C77-B9A4-49A2-9319-63F104159ADC}" type="slidenum">
              <a:rPr lang="en-US" smtClean="0"/>
              <a:t>11</a:t>
            </a:fld>
            <a:endParaRPr lang="en-US"/>
          </a:p>
        </p:txBody>
      </p:sp>
    </p:spTree>
    <p:extLst>
      <p:ext uri="{BB962C8B-B14F-4D97-AF65-F5344CB8AC3E}">
        <p14:creationId xmlns:p14="http://schemas.microsoft.com/office/powerpoint/2010/main" val="564708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4D46A-B7D9-8805-66A1-FADF8A5196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F46010-ECA3-F59B-0B8F-8E8A5BD686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E1A405-2674-B783-A5F7-2CB0A4A94F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FF546E-D2B2-FA97-3B6B-F8FE22306226}"/>
              </a:ext>
            </a:extLst>
          </p:cNvPr>
          <p:cNvSpPr>
            <a:spLocks noGrp="1"/>
          </p:cNvSpPr>
          <p:nvPr>
            <p:ph type="sldNum" sz="quarter" idx="5"/>
          </p:nvPr>
        </p:nvSpPr>
        <p:spPr/>
        <p:txBody>
          <a:bodyPr/>
          <a:lstStyle/>
          <a:p>
            <a:fld id="{B7C05C77-B9A4-49A2-9319-63F104159ADC}" type="slidenum">
              <a:rPr lang="en-US" smtClean="0"/>
              <a:t>12</a:t>
            </a:fld>
            <a:endParaRPr lang="en-US"/>
          </a:p>
        </p:txBody>
      </p:sp>
    </p:spTree>
    <p:extLst>
      <p:ext uri="{BB962C8B-B14F-4D97-AF65-F5344CB8AC3E}">
        <p14:creationId xmlns:p14="http://schemas.microsoft.com/office/powerpoint/2010/main" val="5929999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4C72B-EBC7-5149-9955-B90C92DEF2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AE00CA-A558-F0A7-7126-F2AB2C684F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384073-9250-2D1C-AF38-47E3E09223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9C5452-6621-2F8E-352E-8E82B08FBDC1}"/>
              </a:ext>
            </a:extLst>
          </p:cNvPr>
          <p:cNvSpPr>
            <a:spLocks noGrp="1"/>
          </p:cNvSpPr>
          <p:nvPr>
            <p:ph type="sldNum" sz="quarter" idx="5"/>
          </p:nvPr>
        </p:nvSpPr>
        <p:spPr/>
        <p:txBody>
          <a:bodyPr/>
          <a:lstStyle/>
          <a:p>
            <a:fld id="{B7C05C77-B9A4-49A2-9319-63F104159ADC}" type="slidenum">
              <a:rPr lang="en-US" smtClean="0"/>
              <a:t>13</a:t>
            </a:fld>
            <a:endParaRPr lang="en-US"/>
          </a:p>
        </p:txBody>
      </p:sp>
    </p:spTree>
    <p:extLst>
      <p:ext uri="{BB962C8B-B14F-4D97-AF65-F5344CB8AC3E}">
        <p14:creationId xmlns:p14="http://schemas.microsoft.com/office/powerpoint/2010/main" val="19637085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9.jpeg"/><Relationship Id="rId4" Type="http://schemas.openxmlformats.org/officeDocument/2006/relationships/image" Target="../media/image8.png"/><Relationship Id="rId9"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9.jpeg"/><Relationship Id="rId4" Type="http://schemas.openxmlformats.org/officeDocument/2006/relationships/image" Target="../media/image8.png"/><Relationship Id="rId9"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9.jpeg"/><Relationship Id="rId4" Type="http://schemas.openxmlformats.org/officeDocument/2006/relationships/image" Target="../media/image8.png"/><Relationship Id="rId9"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9.jpeg"/><Relationship Id="rId4" Type="http://schemas.openxmlformats.org/officeDocument/2006/relationships/image" Target="../media/image7.png"/><Relationship Id="rId9"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9.jpeg"/><Relationship Id="rId4" Type="http://schemas.openxmlformats.org/officeDocument/2006/relationships/image" Target="../media/image8.png"/><Relationship Id="rId9"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Master" Target="../slideMasters/slideMaster1.xml"/><Relationship Id="rId4" Type="http://schemas.openxmlformats.org/officeDocument/2006/relationships/image" Target="../media/image12.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jpg"/><Relationship Id="rId1" Type="http://schemas.openxmlformats.org/officeDocument/2006/relationships/slideMaster" Target="../slideMasters/slideMaster1.xml"/><Relationship Id="rId4" Type="http://schemas.openxmlformats.org/officeDocument/2006/relationships/image" Target="../media/image12.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6.png"/><Relationship Id="rId7"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Title Slide">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9B7CAB7-9612-1BB0-A2EC-06CE1AAB5590}"/>
              </a:ext>
            </a:extLst>
          </p:cNvPr>
          <p:cNvSpPr/>
          <p:nvPr userDrawn="1"/>
        </p:nvSpPr>
        <p:spPr>
          <a:xfrm>
            <a:off x="0" y="0"/>
            <a:ext cx="12192000" cy="6858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649D6C7-11B3-C738-1510-DBE16DB04E08}"/>
              </a:ext>
            </a:extLst>
          </p:cNvPr>
          <p:cNvSpPr/>
          <p:nvPr userDrawn="1"/>
        </p:nvSpPr>
        <p:spPr>
          <a:xfrm>
            <a:off x="0" y="1977571"/>
            <a:ext cx="12192000" cy="2902857"/>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51191BAE-7C5B-0A80-6F2D-D0190D18E234}"/>
              </a:ext>
            </a:extLst>
          </p:cNvPr>
          <p:cNvSpPr/>
          <p:nvPr userDrawn="1"/>
        </p:nvSpPr>
        <p:spPr>
          <a:xfrm>
            <a:off x="872309" y="1646645"/>
            <a:ext cx="3352800" cy="478972"/>
          </a:xfrm>
          <a:prstGeom prst="parallelogram">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5E056488-6100-84A2-6A94-AE41407EDA0D}"/>
              </a:ext>
            </a:extLst>
          </p:cNvPr>
          <p:cNvGrpSpPr/>
          <p:nvPr userDrawn="1"/>
        </p:nvGrpSpPr>
        <p:grpSpPr>
          <a:xfrm>
            <a:off x="10582731" y="4532084"/>
            <a:ext cx="1090382" cy="965001"/>
            <a:chOff x="10495645" y="4630059"/>
            <a:chExt cx="1090382" cy="696686"/>
          </a:xfrm>
          <a:solidFill>
            <a:schemeClr val="bg2">
              <a:lumMod val="50000"/>
            </a:schemeClr>
          </a:solidFill>
        </p:grpSpPr>
        <p:sp>
          <p:nvSpPr>
            <p:cNvPr id="12" name="Parallelogram 11">
              <a:extLst>
                <a:ext uri="{FF2B5EF4-FFF2-40B4-BE49-F238E27FC236}">
                  <a16:creationId xmlns:a16="http://schemas.microsoft.com/office/drawing/2014/main" id="{645301C3-9A01-7FB8-9418-FA3DDC08B68A}"/>
                </a:ext>
              </a:extLst>
            </p:cNvPr>
            <p:cNvSpPr/>
            <p:nvPr userDrawn="1"/>
          </p:nvSpPr>
          <p:spPr>
            <a:xfrm>
              <a:off x="11205028" y="4630059"/>
              <a:ext cx="380999" cy="696686"/>
            </a:xfrm>
            <a:prstGeom prst="parallelogram">
              <a:avLst>
                <a:gd name="adj" fmla="val 36428"/>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671E8945-1258-30CC-CA88-86FC75C46440}"/>
                </a:ext>
              </a:extLst>
            </p:cNvPr>
            <p:cNvSpPr/>
            <p:nvPr userDrawn="1"/>
          </p:nvSpPr>
          <p:spPr>
            <a:xfrm>
              <a:off x="10850336" y="4630059"/>
              <a:ext cx="380999" cy="696686"/>
            </a:xfrm>
            <a:prstGeom prst="parallelogram">
              <a:avLst>
                <a:gd name="adj" fmla="val 36428"/>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25A4FCD0-4CB2-B9DF-9785-9EE913E92651}"/>
                </a:ext>
              </a:extLst>
            </p:cNvPr>
            <p:cNvSpPr/>
            <p:nvPr userDrawn="1"/>
          </p:nvSpPr>
          <p:spPr>
            <a:xfrm>
              <a:off x="10495645" y="4630059"/>
              <a:ext cx="380999" cy="696686"/>
            </a:xfrm>
            <a:prstGeom prst="parallelogram">
              <a:avLst>
                <a:gd name="adj" fmla="val 36428"/>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9AF46FBD-D7EA-4B09-0A6F-0F777842C1C0}"/>
              </a:ext>
            </a:extLst>
          </p:cNvPr>
          <p:cNvSpPr>
            <a:spLocks noGrp="1"/>
          </p:cNvSpPr>
          <p:nvPr userDrawn="1">
            <p:ph type="ctrTitle"/>
          </p:nvPr>
        </p:nvSpPr>
        <p:spPr>
          <a:xfrm>
            <a:off x="1524000" y="2843640"/>
            <a:ext cx="9144000" cy="1170717"/>
          </a:xfrm>
        </p:spPr>
        <p:txBody>
          <a:bodyPr anchor="ctr">
            <a:normAutofit/>
          </a:bodyPr>
          <a:lstStyle>
            <a:lvl1pPr algn="ctr">
              <a:defRPr sz="5400" b="1">
                <a:solidFill>
                  <a:schemeClr val="bg1">
                    <a:lumMod val="50000"/>
                  </a:schemeClr>
                </a:solidFill>
              </a:defRPr>
            </a:lvl1pPr>
          </a:lstStyle>
          <a:p>
            <a:r>
              <a:rPr lang="en-US" dirty="0"/>
              <a:t>Click to edit Master title style</a:t>
            </a:r>
          </a:p>
        </p:txBody>
      </p:sp>
      <p:sp>
        <p:nvSpPr>
          <p:cNvPr id="1378" name="Parallelogram 1377">
            <a:extLst>
              <a:ext uri="{FF2B5EF4-FFF2-40B4-BE49-F238E27FC236}">
                <a16:creationId xmlns:a16="http://schemas.microsoft.com/office/drawing/2014/main" id="{84335B70-DF9C-CC22-1C4C-D0D0A7A2C9D2}"/>
              </a:ext>
            </a:extLst>
          </p:cNvPr>
          <p:cNvSpPr/>
          <p:nvPr userDrawn="1"/>
        </p:nvSpPr>
        <p:spPr>
          <a:xfrm>
            <a:off x="830218" y="1571171"/>
            <a:ext cx="3352800" cy="478972"/>
          </a:xfrm>
          <a:prstGeom prst="parallelogram">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80" name="Group 1379">
            <a:extLst>
              <a:ext uri="{FF2B5EF4-FFF2-40B4-BE49-F238E27FC236}">
                <a16:creationId xmlns:a16="http://schemas.microsoft.com/office/drawing/2014/main" id="{18E139F5-CAB4-E9C9-03CF-6506671E67D9}"/>
              </a:ext>
            </a:extLst>
          </p:cNvPr>
          <p:cNvGrpSpPr/>
          <p:nvPr userDrawn="1"/>
        </p:nvGrpSpPr>
        <p:grpSpPr>
          <a:xfrm>
            <a:off x="4876800" y="522514"/>
            <a:ext cx="7315200" cy="286656"/>
            <a:chOff x="4876800" y="522514"/>
            <a:chExt cx="7315200" cy="286656"/>
          </a:xfrm>
        </p:grpSpPr>
        <p:cxnSp>
          <p:nvCxnSpPr>
            <p:cNvPr id="1381" name="Straight Connector 1380">
              <a:extLst>
                <a:ext uri="{FF2B5EF4-FFF2-40B4-BE49-F238E27FC236}">
                  <a16:creationId xmlns:a16="http://schemas.microsoft.com/office/drawing/2014/main" id="{102DA1AC-8CA2-BCAE-3CF1-CBEFFFD813F5}"/>
                </a:ext>
              </a:extLst>
            </p:cNvPr>
            <p:cNvCxnSpPr>
              <a:cxnSpLocks/>
            </p:cNvCxnSpPr>
            <p:nvPr userDrawn="1"/>
          </p:nvCxnSpPr>
          <p:spPr>
            <a:xfrm>
              <a:off x="4876800" y="522514"/>
              <a:ext cx="7315200" cy="0"/>
            </a:xfrm>
            <a:prstGeom prst="line">
              <a:avLst/>
            </a:prstGeom>
            <a:ln w="76200">
              <a:solidFill>
                <a:schemeClr val="bg2">
                  <a:lumMod val="25000"/>
                </a:schemeClr>
              </a:solidFill>
            </a:ln>
          </p:spPr>
          <p:style>
            <a:lnRef idx="2">
              <a:schemeClr val="accent1"/>
            </a:lnRef>
            <a:fillRef idx="0">
              <a:schemeClr val="accent1"/>
            </a:fillRef>
            <a:effectRef idx="1">
              <a:schemeClr val="accent1"/>
            </a:effectRef>
            <a:fontRef idx="minor">
              <a:schemeClr val="tx1"/>
            </a:fontRef>
          </p:style>
        </p:cxnSp>
        <p:cxnSp>
          <p:nvCxnSpPr>
            <p:cNvPr id="1382" name="Straight Connector 1381">
              <a:extLst>
                <a:ext uri="{FF2B5EF4-FFF2-40B4-BE49-F238E27FC236}">
                  <a16:creationId xmlns:a16="http://schemas.microsoft.com/office/drawing/2014/main" id="{2F2C9467-A5F5-68BC-D665-80CF553A5551}"/>
                </a:ext>
              </a:extLst>
            </p:cNvPr>
            <p:cNvCxnSpPr>
              <a:cxnSpLocks/>
            </p:cNvCxnSpPr>
            <p:nvPr userDrawn="1"/>
          </p:nvCxnSpPr>
          <p:spPr>
            <a:xfrm>
              <a:off x="5608320" y="667656"/>
              <a:ext cx="6583680" cy="0"/>
            </a:xfrm>
            <a:prstGeom prst="line">
              <a:avLst/>
            </a:prstGeom>
            <a:ln w="57150">
              <a:solidFill>
                <a:schemeClr val="bg2">
                  <a:lumMod val="25000"/>
                </a:schemeClr>
              </a:solidFill>
            </a:ln>
          </p:spPr>
          <p:style>
            <a:lnRef idx="2">
              <a:schemeClr val="accent1"/>
            </a:lnRef>
            <a:fillRef idx="0">
              <a:schemeClr val="accent1"/>
            </a:fillRef>
            <a:effectRef idx="1">
              <a:schemeClr val="accent1"/>
            </a:effectRef>
            <a:fontRef idx="minor">
              <a:schemeClr val="tx1"/>
            </a:fontRef>
          </p:style>
        </p:cxnSp>
        <p:cxnSp>
          <p:nvCxnSpPr>
            <p:cNvPr id="1383" name="Straight Connector 1382">
              <a:extLst>
                <a:ext uri="{FF2B5EF4-FFF2-40B4-BE49-F238E27FC236}">
                  <a16:creationId xmlns:a16="http://schemas.microsoft.com/office/drawing/2014/main" id="{7DDE37CA-6CA8-91A5-0964-16E09EC98002}"/>
                </a:ext>
              </a:extLst>
            </p:cNvPr>
            <p:cNvCxnSpPr>
              <a:cxnSpLocks/>
            </p:cNvCxnSpPr>
            <p:nvPr userDrawn="1"/>
          </p:nvCxnSpPr>
          <p:spPr>
            <a:xfrm>
              <a:off x="6339840" y="809170"/>
              <a:ext cx="5852160" cy="0"/>
            </a:xfrm>
            <a:prstGeom prst="line">
              <a:avLst/>
            </a:prstGeom>
            <a:ln w="38100">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grpSp>
      <p:grpSp>
        <p:nvGrpSpPr>
          <p:cNvPr id="3" name="Group 2">
            <a:extLst>
              <a:ext uri="{FF2B5EF4-FFF2-40B4-BE49-F238E27FC236}">
                <a16:creationId xmlns:a16="http://schemas.microsoft.com/office/drawing/2014/main" id="{F17C2C83-5B4B-A658-7B91-3CE3541E94DF}"/>
              </a:ext>
            </a:extLst>
          </p:cNvPr>
          <p:cNvGrpSpPr/>
          <p:nvPr userDrawn="1"/>
        </p:nvGrpSpPr>
        <p:grpSpPr>
          <a:xfrm>
            <a:off x="5424434" y="6183837"/>
            <a:ext cx="1343132" cy="548640"/>
            <a:chOff x="5997681" y="6183837"/>
            <a:chExt cx="1343132" cy="548640"/>
          </a:xfrm>
        </p:grpSpPr>
        <p:pic>
          <p:nvPicPr>
            <p:cNvPr id="1028" name="Picture 4" descr="Python Logo PNG Transparent – Brands Logos">
              <a:extLst>
                <a:ext uri="{FF2B5EF4-FFF2-40B4-BE49-F238E27FC236}">
                  <a16:creationId xmlns:a16="http://schemas.microsoft.com/office/drawing/2014/main" id="{AFC39FE0-99F6-CC7E-B041-EC521B1BF8B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997681" y="6183837"/>
              <a:ext cx="546282" cy="54414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Django Icon #266158 - Free Icons Library">
              <a:extLst>
                <a:ext uri="{FF2B5EF4-FFF2-40B4-BE49-F238E27FC236}">
                  <a16:creationId xmlns:a16="http://schemas.microsoft.com/office/drawing/2014/main" id="{27AEB5A1-FA25-7B4D-CFD0-FBBF6253F81A}"/>
                </a:ext>
              </a:extLst>
            </p:cNvPr>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3957" t="3918" r="4003" b="4265"/>
            <a:stretch/>
          </p:blipFill>
          <p:spPr bwMode="auto">
            <a:xfrm>
              <a:off x="6790832" y="6183837"/>
              <a:ext cx="549981" cy="54864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 name="Group 4">
            <a:extLst>
              <a:ext uri="{FF2B5EF4-FFF2-40B4-BE49-F238E27FC236}">
                <a16:creationId xmlns:a16="http://schemas.microsoft.com/office/drawing/2014/main" id="{B633183F-EBC5-D171-8FF5-9915EC5D6446}"/>
              </a:ext>
            </a:extLst>
          </p:cNvPr>
          <p:cNvGrpSpPr/>
          <p:nvPr userDrawn="1"/>
        </p:nvGrpSpPr>
        <p:grpSpPr>
          <a:xfrm>
            <a:off x="430466" y="206661"/>
            <a:ext cx="11052147" cy="6128825"/>
            <a:chOff x="-254928" y="565240"/>
            <a:chExt cx="11052147" cy="6128825"/>
          </a:xfrm>
        </p:grpSpPr>
        <p:pic>
          <p:nvPicPr>
            <p:cNvPr id="6" name="Picture 12" descr="Geometric Abstract Shapes Vector PNG Images, Geometric Shape, Geometric,  Shapes, Line PNG Image For Free Download">
              <a:extLst>
                <a:ext uri="{FF2B5EF4-FFF2-40B4-BE49-F238E27FC236}">
                  <a16:creationId xmlns:a16="http://schemas.microsoft.com/office/drawing/2014/main" id="{1B1427CF-405C-6829-726C-98A38567227D}"/>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t="6106" r="77120" b="71014"/>
            <a:stretch/>
          </p:blipFill>
          <p:spPr bwMode="auto">
            <a:xfrm>
              <a:off x="4069544" y="1730274"/>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7" name="Picture 12" descr="Geometric Abstract Shapes Vector PNG Images, Geometric Shape, Geometric,  Shapes, Line PNG Image For Free Download">
              <a:extLst>
                <a:ext uri="{FF2B5EF4-FFF2-40B4-BE49-F238E27FC236}">
                  <a16:creationId xmlns:a16="http://schemas.microsoft.com/office/drawing/2014/main" id="{1A04F4E1-CA26-7C1E-C1D7-26C243592D53}"/>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29101" t="1646" r="48019" b="75474"/>
            <a:stretch/>
          </p:blipFill>
          <p:spPr bwMode="auto">
            <a:xfrm>
              <a:off x="6701767" y="5810699"/>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8" name="Picture 12" descr="Geometric Abstract Shapes Vector PNG Images, Geometric Shape, Geometric,  Shapes, Line PNG Image For Free Download">
              <a:extLst>
                <a:ext uri="{FF2B5EF4-FFF2-40B4-BE49-F238E27FC236}">
                  <a16:creationId xmlns:a16="http://schemas.microsoft.com/office/drawing/2014/main" id="{7B9EFAAA-0989-4A24-68C4-790FD43440FB}"/>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5635" t="32144" r="71485" b="44976"/>
            <a:stretch/>
          </p:blipFill>
          <p:spPr bwMode="auto">
            <a:xfrm>
              <a:off x="2560513" y="411276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0" name="Picture 12" descr="Geometric Abstract Shapes Vector PNG Images, Geometric Shape, Geometric,  Shapes, Line PNG Image For Free Download">
              <a:extLst>
                <a:ext uri="{FF2B5EF4-FFF2-40B4-BE49-F238E27FC236}">
                  <a16:creationId xmlns:a16="http://schemas.microsoft.com/office/drawing/2014/main" id="{94CA33C0-5D5A-1910-CD8C-CA7BE6E96045}"/>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55104" t="44021" r="11432" b="33099"/>
            <a:stretch/>
          </p:blipFill>
          <p:spPr bwMode="auto">
            <a:xfrm>
              <a:off x="489055" y="1754701"/>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3" name="Picture 12" descr="Geometric Abstract Shapes Vector PNG Images, Geometric Shape, Geometric,  Shapes, Line PNG Image For Free Download">
              <a:extLst>
                <a:ext uri="{FF2B5EF4-FFF2-40B4-BE49-F238E27FC236}">
                  <a16:creationId xmlns:a16="http://schemas.microsoft.com/office/drawing/2014/main" id="{759C55F3-BCC6-F9D0-9ABB-1F8576622B1B}"/>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29101" t="1646" r="48019" b="75474"/>
            <a:stretch/>
          </p:blipFill>
          <p:spPr bwMode="auto">
            <a:xfrm>
              <a:off x="9913853" y="271205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4" name="Picture 12" descr="Geometric Abstract Shapes Vector PNG Images, Geometric Shape, Geometric,  Shapes, Line PNG Image For Free Download">
              <a:extLst>
                <a:ext uri="{FF2B5EF4-FFF2-40B4-BE49-F238E27FC236}">
                  <a16:creationId xmlns:a16="http://schemas.microsoft.com/office/drawing/2014/main" id="{144CDEC1-B176-DB97-4A57-FC43D7F02A55}"/>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5635" t="32144" r="71485" b="44976"/>
            <a:stretch/>
          </p:blipFill>
          <p:spPr bwMode="auto">
            <a:xfrm>
              <a:off x="7156690" y="236969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5" name="Picture 12" descr="Geometric Abstract Shapes Vector PNG Images, Geometric Shape, Geometric,  Shapes, Line PNG Image For Free Download">
              <a:extLst>
                <a:ext uri="{FF2B5EF4-FFF2-40B4-BE49-F238E27FC236}">
                  <a16:creationId xmlns:a16="http://schemas.microsoft.com/office/drawing/2014/main" id="{3D043D98-F0A5-C838-F2A1-95821F6021A2}"/>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67941" t="61985" r="4529" b="15135"/>
            <a:stretch/>
          </p:blipFill>
          <p:spPr bwMode="auto">
            <a:xfrm>
              <a:off x="5202485" y="5158622"/>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9" name="Picture 12" descr="Geometric Abstract Shapes Vector PNG Images, Geometric Shape, Geometric,  Shapes, Line PNG Image For Free Download">
              <a:extLst>
                <a:ext uri="{FF2B5EF4-FFF2-40B4-BE49-F238E27FC236}">
                  <a16:creationId xmlns:a16="http://schemas.microsoft.com/office/drawing/2014/main" id="{0DC6B5B4-2F74-D9EC-D039-D3727E905A20}"/>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55104" t="44021" r="11432" b="33099"/>
            <a:stretch/>
          </p:blipFill>
          <p:spPr bwMode="auto">
            <a:xfrm>
              <a:off x="8427406" y="1194495"/>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0" name="Picture 12" descr="Geometric Abstract Shapes Vector PNG Images, Geometric Shape, Geometric,  Shapes, Line PNG Image For Free Download">
              <a:extLst>
                <a:ext uri="{FF2B5EF4-FFF2-40B4-BE49-F238E27FC236}">
                  <a16:creationId xmlns:a16="http://schemas.microsoft.com/office/drawing/2014/main" id="{13D0CA6F-CCA5-1C22-4F89-C02126D39F31}"/>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67941" t="61985" r="4529" b="15135"/>
            <a:stretch/>
          </p:blipFill>
          <p:spPr bwMode="auto">
            <a:xfrm>
              <a:off x="8719037" y="4903250"/>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1" name="Picture 12" descr="Geometric Abstract Shapes Vector PNG Images, Geometric Shape, Geometric,  Shapes, Line PNG Image For Free Download">
              <a:extLst>
                <a:ext uri="{FF2B5EF4-FFF2-40B4-BE49-F238E27FC236}">
                  <a16:creationId xmlns:a16="http://schemas.microsoft.com/office/drawing/2014/main" id="{229C3376-AE93-D01C-5830-BA4AB452FE49}"/>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29101" t="1646" r="48019" b="75474"/>
            <a:stretch/>
          </p:blipFill>
          <p:spPr bwMode="auto">
            <a:xfrm>
              <a:off x="5968546" y="1397768"/>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2" name="Picture 12" descr="Geometric Abstract Shapes Vector PNG Images, Geometric Shape, Geometric,  Shapes, Line PNG Image For Free Download">
              <a:extLst>
                <a:ext uri="{FF2B5EF4-FFF2-40B4-BE49-F238E27FC236}">
                  <a16:creationId xmlns:a16="http://schemas.microsoft.com/office/drawing/2014/main" id="{9BC915B9-4166-C586-8D4B-D6987653EAED}"/>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t="6106" r="77120" b="71014"/>
            <a:stretch/>
          </p:blipFill>
          <p:spPr bwMode="auto">
            <a:xfrm>
              <a:off x="524906" y="509553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3" name="Picture 12" descr="Geometric Abstract Shapes Vector PNG Images, Geometric Shape, Geometric,  Shapes, Line PNG Image For Free Download">
              <a:extLst>
                <a:ext uri="{FF2B5EF4-FFF2-40B4-BE49-F238E27FC236}">
                  <a16:creationId xmlns:a16="http://schemas.microsoft.com/office/drawing/2014/main" id="{6536BE4B-0D59-0A21-8677-1653E9A86AAB}"/>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55104" t="44021" r="11432" b="33099"/>
            <a:stretch/>
          </p:blipFill>
          <p:spPr bwMode="auto">
            <a:xfrm>
              <a:off x="8547640" y="5420083"/>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4" name="Picture 12" descr="Geometric Abstract Shapes Vector PNG Images, Geometric Shape, Geometric,  Shapes, Line PNG Image For Free Download">
              <a:extLst>
                <a:ext uri="{FF2B5EF4-FFF2-40B4-BE49-F238E27FC236}">
                  <a16:creationId xmlns:a16="http://schemas.microsoft.com/office/drawing/2014/main" id="{368ECA9C-BB31-4BB0-BF9A-9D0043D412FD}"/>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67941" t="61985" r="4529" b="15135"/>
            <a:stretch/>
          </p:blipFill>
          <p:spPr bwMode="auto">
            <a:xfrm>
              <a:off x="2000086" y="914244"/>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5" name="Picture 12" descr="Geometric Abstract Shapes Vector PNG Images, Geometric Shape, Geometric,  Shapes, Line PNG Image For Free Download">
              <a:extLst>
                <a:ext uri="{FF2B5EF4-FFF2-40B4-BE49-F238E27FC236}">
                  <a16:creationId xmlns:a16="http://schemas.microsoft.com/office/drawing/2014/main" id="{C0BB765D-CAAE-4E01-7835-EC7B57B21987}"/>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67941" t="61985" r="4529" b="15135"/>
            <a:stretch/>
          </p:blipFill>
          <p:spPr bwMode="auto">
            <a:xfrm>
              <a:off x="9543811" y="1761186"/>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6" name="Picture 12" descr="Geometric Abstract Shapes Vector PNG Images, Geometric Shape, Geometric,  Shapes, Line PNG Image For Free Download">
              <a:extLst>
                <a:ext uri="{FF2B5EF4-FFF2-40B4-BE49-F238E27FC236}">
                  <a16:creationId xmlns:a16="http://schemas.microsoft.com/office/drawing/2014/main" id="{6E375847-5A52-48E6-9845-FF2B762803BF}"/>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29101" t="1646" r="48019" b="75474"/>
            <a:stretch/>
          </p:blipFill>
          <p:spPr bwMode="auto">
            <a:xfrm>
              <a:off x="5919214" y="565240"/>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7" name="Picture 12" descr="Geometric Abstract Shapes Vector PNG Images, Geometric Shape, Geometric,  Shapes, Line PNG Image For Free Download">
              <a:extLst>
                <a:ext uri="{FF2B5EF4-FFF2-40B4-BE49-F238E27FC236}">
                  <a16:creationId xmlns:a16="http://schemas.microsoft.com/office/drawing/2014/main" id="{DF74EC4E-81C1-19A0-A7D6-DFD7028AC9B7}"/>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5635" t="32144" r="71485" b="44976"/>
            <a:stretch/>
          </p:blipFill>
          <p:spPr bwMode="auto">
            <a:xfrm>
              <a:off x="1925437" y="5786616"/>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8" name="Picture 12" descr="Geometric Abstract Shapes Vector PNG Images, Geometric Shape, Geometric,  Shapes, Line PNG Image For Free Download">
              <a:extLst>
                <a:ext uri="{FF2B5EF4-FFF2-40B4-BE49-F238E27FC236}">
                  <a16:creationId xmlns:a16="http://schemas.microsoft.com/office/drawing/2014/main" id="{49F6BF39-C008-733B-704C-F71C61133C44}"/>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5635" t="32144" r="71485" b="44976"/>
            <a:stretch/>
          </p:blipFill>
          <p:spPr bwMode="auto">
            <a:xfrm>
              <a:off x="-254928" y="608531"/>
              <a:ext cx="883366" cy="883366"/>
            </a:xfrm>
            <a:prstGeom prst="ellipse">
              <a:avLst/>
            </a:prstGeom>
            <a:noFill/>
            <a:extLst>
              <a:ext uri="{909E8E84-426E-40DD-AFC4-6F175D3DCCD1}">
                <a14:hiddenFill xmlns:a14="http://schemas.microsoft.com/office/drawing/2010/main">
                  <a:solidFill>
                    <a:srgbClr val="FFFFFF"/>
                  </a:solidFill>
                </a14:hiddenFill>
              </a:ext>
            </a:extLst>
          </p:spPr>
        </p:pic>
      </p:grpSp>
      <p:sp>
        <p:nvSpPr>
          <p:cNvPr id="31" name="Google Shape;82;p24">
            <a:extLst>
              <a:ext uri="{FF2B5EF4-FFF2-40B4-BE49-F238E27FC236}">
                <a16:creationId xmlns:a16="http://schemas.microsoft.com/office/drawing/2014/main" id="{939AB8A8-8D2A-A013-67EB-C4E197A2B203}"/>
              </a:ext>
            </a:extLst>
          </p:cNvPr>
          <p:cNvSpPr txBox="1"/>
          <p:nvPr userDrawn="1"/>
        </p:nvSpPr>
        <p:spPr>
          <a:xfrm>
            <a:off x="583739" y="6578600"/>
            <a:ext cx="5107489" cy="2462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rgbClr val="A5A5A5"/>
                </a:solidFill>
                <a:latin typeface="Arial"/>
                <a:ea typeface="Arial"/>
                <a:cs typeface="Arial"/>
                <a:sym typeface="Arial"/>
              </a:rPr>
              <a:t>Md. Shakil - Assessor &amp; Trainer - National Skill Development Authority (NSDA)</a:t>
            </a:r>
            <a:endParaRPr dirty="0"/>
          </a:p>
        </p:txBody>
      </p:sp>
    </p:spTree>
    <p:extLst>
      <p:ext uri="{BB962C8B-B14F-4D97-AF65-F5344CB8AC3E}">
        <p14:creationId xmlns:p14="http://schemas.microsoft.com/office/powerpoint/2010/main" val="2714854420"/>
      </p:ext>
    </p:extLst>
  </p:cSld>
  <p:clrMapOvr>
    <a:overrideClrMapping bg1="lt1" tx1="dk1" bg2="lt2" tx2="dk2" accent1="accent1" accent2="accent2" accent3="accent3" accent4="accent4" accent5="accent5" accent6="accent6" hlink="hlink" folHlink="folHlink"/>
  </p:clrMapOvr>
  <p:transition>
    <p:pull/>
  </p:transition>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Title Slide with Left Logo">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F847877-5D6B-7E1F-1910-95A2DE69C1D3}"/>
              </a:ext>
            </a:extLst>
          </p:cNvPr>
          <p:cNvSpPr/>
          <p:nvPr userDrawn="1"/>
        </p:nvSpPr>
        <p:spPr>
          <a:xfrm>
            <a:off x="0" y="0"/>
            <a:ext cx="12192000" cy="6858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735E40E-9EDA-E7EF-89E4-C121E1460818}"/>
              </a:ext>
            </a:extLst>
          </p:cNvPr>
          <p:cNvSpPr/>
          <p:nvPr userDrawn="1"/>
        </p:nvSpPr>
        <p:spPr>
          <a:xfrm>
            <a:off x="0" y="0"/>
            <a:ext cx="2260600" cy="6858000"/>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D1BD198B-9F33-990A-63F4-89329A571653}"/>
              </a:ext>
            </a:extLst>
          </p:cNvPr>
          <p:cNvSpPr/>
          <p:nvPr userDrawn="1"/>
        </p:nvSpPr>
        <p:spPr>
          <a:xfrm>
            <a:off x="1311590" y="1365250"/>
            <a:ext cx="1864038" cy="4127500"/>
          </a:xfrm>
          <a:prstGeom prst="roundRect">
            <a:avLst>
              <a:gd name="adj" fmla="val 16105"/>
            </a:avLst>
          </a:prstGeom>
          <a:solidFill>
            <a:srgbClr val="000000"/>
          </a:solidFill>
          <a:ln w="76200">
            <a:solidFill>
              <a:srgbClr val="40404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56A41CF4-848C-75CA-B77E-5EA051D8923A}"/>
              </a:ext>
            </a:extLst>
          </p:cNvPr>
          <p:cNvSpPr>
            <a:spLocks noGrp="1"/>
          </p:cNvSpPr>
          <p:nvPr>
            <p:ph type="ctrTitle" hasCustomPrompt="1"/>
          </p:nvPr>
        </p:nvSpPr>
        <p:spPr>
          <a:xfrm>
            <a:off x="3371850" y="2379789"/>
            <a:ext cx="8261350" cy="1170717"/>
          </a:xfrm>
        </p:spPr>
        <p:txBody>
          <a:bodyPr anchor="ctr">
            <a:normAutofit/>
          </a:bodyPr>
          <a:lstStyle>
            <a:lvl1pPr algn="l">
              <a:defRPr sz="5400" b="1">
                <a:solidFill>
                  <a:schemeClr val="bg1">
                    <a:lumMod val="50000"/>
                  </a:schemeClr>
                </a:solidFill>
              </a:defRPr>
            </a:lvl1pPr>
          </a:lstStyle>
          <a:p>
            <a:r>
              <a:rPr lang="en-US" dirty="0"/>
              <a:t>TITLE OF THE LECTURE</a:t>
            </a:r>
          </a:p>
        </p:txBody>
      </p:sp>
      <p:sp>
        <p:nvSpPr>
          <p:cNvPr id="13" name="Subtitle 2">
            <a:extLst>
              <a:ext uri="{FF2B5EF4-FFF2-40B4-BE49-F238E27FC236}">
                <a16:creationId xmlns:a16="http://schemas.microsoft.com/office/drawing/2014/main" id="{EA8EF618-4395-091C-D1E2-728642290B77}"/>
              </a:ext>
            </a:extLst>
          </p:cNvPr>
          <p:cNvSpPr>
            <a:spLocks noGrp="1"/>
          </p:cNvSpPr>
          <p:nvPr>
            <p:ph type="subTitle" idx="1" hasCustomPrompt="1"/>
          </p:nvPr>
        </p:nvSpPr>
        <p:spPr>
          <a:xfrm>
            <a:off x="3371850" y="3550506"/>
            <a:ext cx="8261350" cy="645203"/>
          </a:xfrm>
        </p:spPr>
        <p:txBody>
          <a:bodyPr anchor="ctr"/>
          <a:lstStyle>
            <a:lvl1pPr marL="0" indent="0" algn="l">
              <a:buNone/>
              <a:defRPr sz="24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of the lecture</a:t>
            </a:r>
          </a:p>
        </p:txBody>
      </p:sp>
      <p:grpSp>
        <p:nvGrpSpPr>
          <p:cNvPr id="3" name="Group 2">
            <a:extLst>
              <a:ext uri="{FF2B5EF4-FFF2-40B4-BE49-F238E27FC236}">
                <a16:creationId xmlns:a16="http://schemas.microsoft.com/office/drawing/2014/main" id="{67799B20-E6CC-B71E-C7D0-7E5636457248}"/>
              </a:ext>
            </a:extLst>
          </p:cNvPr>
          <p:cNvGrpSpPr/>
          <p:nvPr userDrawn="1"/>
        </p:nvGrpSpPr>
        <p:grpSpPr>
          <a:xfrm>
            <a:off x="1771681" y="2363916"/>
            <a:ext cx="943855" cy="2130168"/>
            <a:chOff x="1950885" y="4827717"/>
            <a:chExt cx="458999" cy="1035906"/>
          </a:xfrm>
        </p:grpSpPr>
        <p:pic>
          <p:nvPicPr>
            <p:cNvPr id="25" name="Picture 4" descr="Python Logo PNG Transparent – Brands Logos">
              <a:extLst>
                <a:ext uri="{FF2B5EF4-FFF2-40B4-BE49-F238E27FC236}">
                  <a16:creationId xmlns:a16="http://schemas.microsoft.com/office/drawing/2014/main" id="{7A333CA6-CC1A-43D6-A93F-94EE046B12F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950885" y="4827717"/>
              <a:ext cx="458999" cy="4572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Django Icon #266158 - Free Icons Library">
              <a:extLst>
                <a:ext uri="{FF2B5EF4-FFF2-40B4-BE49-F238E27FC236}">
                  <a16:creationId xmlns:a16="http://schemas.microsoft.com/office/drawing/2014/main" id="{5CF5C5B8-D89A-8C50-093F-5A7C50D975A5}"/>
                </a:ext>
              </a:extLst>
            </p:cNvPr>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3957" t="3918" r="4003" b="4265"/>
            <a:stretch/>
          </p:blipFill>
          <p:spPr bwMode="auto">
            <a:xfrm>
              <a:off x="1950885" y="5406423"/>
              <a:ext cx="458318" cy="4572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 name="Group 4">
            <a:extLst>
              <a:ext uri="{FF2B5EF4-FFF2-40B4-BE49-F238E27FC236}">
                <a16:creationId xmlns:a16="http://schemas.microsoft.com/office/drawing/2014/main" id="{BD17C2E8-5C61-D760-DCB2-DB31DA7E912E}"/>
              </a:ext>
            </a:extLst>
          </p:cNvPr>
          <p:cNvGrpSpPr/>
          <p:nvPr userDrawn="1"/>
        </p:nvGrpSpPr>
        <p:grpSpPr>
          <a:xfrm>
            <a:off x="430466" y="206661"/>
            <a:ext cx="11052147" cy="6128825"/>
            <a:chOff x="-254928" y="565240"/>
            <a:chExt cx="11052147" cy="6128825"/>
          </a:xfrm>
        </p:grpSpPr>
        <p:pic>
          <p:nvPicPr>
            <p:cNvPr id="8" name="Picture 12" descr="Geometric Abstract Shapes Vector PNG Images, Geometric Shape, Geometric,  Shapes, Line PNG Image For Free Download">
              <a:extLst>
                <a:ext uri="{FF2B5EF4-FFF2-40B4-BE49-F238E27FC236}">
                  <a16:creationId xmlns:a16="http://schemas.microsoft.com/office/drawing/2014/main" id="{52675288-14E1-8ADC-6E7E-8D3DF45BE80A}"/>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t="6106" r="77120" b="71014"/>
            <a:stretch/>
          </p:blipFill>
          <p:spPr bwMode="auto">
            <a:xfrm>
              <a:off x="4069544" y="1730274"/>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1" name="Picture 12" descr="Geometric Abstract Shapes Vector PNG Images, Geometric Shape, Geometric,  Shapes, Line PNG Image For Free Download">
              <a:extLst>
                <a:ext uri="{FF2B5EF4-FFF2-40B4-BE49-F238E27FC236}">
                  <a16:creationId xmlns:a16="http://schemas.microsoft.com/office/drawing/2014/main" id="{6AE8CC54-6792-17F8-D3C9-4A99D1D935EB}"/>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29101" t="1646" r="48019" b="75474"/>
            <a:stretch/>
          </p:blipFill>
          <p:spPr bwMode="auto">
            <a:xfrm>
              <a:off x="6701767" y="5810699"/>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2" name="Picture 12" descr="Geometric Abstract Shapes Vector PNG Images, Geometric Shape, Geometric,  Shapes, Line PNG Image For Free Download">
              <a:extLst>
                <a:ext uri="{FF2B5EF4-FFF2-40B4-BE49-F238E27FC236}">
                  <a16:creationId xmlns:a16="http://schemas.microsoft.com/office/drawing/2014/main" id="{25FEFFF2-2FB9-013F-F6F9-96E63237EBC3}"/>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5635" t="32144" r="71485" b="44976"/>
            <a:stretch/>
          </p:blipFill>
          <p:spPr bwMode="auto">
            <a:xfrm>
              <a:off x="2560513" y="411276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4" name="Picture 12" descr="Geometric Abstract Shapes Vector PNG Images, Geometric Shape, Geometric,  Shapes, Line PNG Image For Free Download">
              <a:extLst>
                <a:ext uri="{FF2B5EF4-FFF2-40B4-BE49-F238E27FC236}">
                  <a16:creationId xmlns:a16="http://schemas.microsoft.com/office/drawing/2014/main" id="{B3097202-1921-D6B5-6904-3E8473D308C5}"/>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55104" t="44021" r="11432" b="33099"/>
            <a:stretch/>
          </p:blipFill>
          <p:spPr bwMode="auto">
            <a:xfrm>
              <a:off x="489055" y="1754701"/>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5" name="Picture 12" descr="Geometric Abstract Shapes Vector PNG Images, Geometric Shape, Geometric,  Shapes, Line PNG Image For Free Download">
              <a:extLst>
                <a:ext uri="{FF2B5EF4-FFF2-40B4-BE49-F238E27FC236}">
                  <a16:creationId xmlns:a16="http://schemas.microsoft.com/office/drawing/2014/main" id="{665B4D36-31BD-2B11-7091-0C619DFF937D}"/>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29101" t="1646" r="48019" b="75474"/>
            <a:stretch/>
          </p:blipFill>
          <p:spPr bwMode="auto">
            <a:xfrm>
              <a:off x="9913853" y="271205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6" name="Picture 12" descr="Geometric Abstract Shapes Vector PNG Images, Geometric Shape, Geometric,  Shapes, Line PNG Image For Free Download">
              <a:extLst>
                <a:ext uri="{FF2B5EF4-FFF2-40B4-BE49-F238E27FC236}">
                  <a16:creationId xmlns:a16="http://schemas.microsoft.com/office/drawing/2014/main" id="{760C04F2-F462-CEE1-9E14-E8151C4DA8E0}"/>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5635" t="32144" r="71485" b="44976"/>
            <a:stretch/>
          </p:blipFill>
          <p:spPr bwMode="auto">
            <a:xfrm>
              <a:off x="7156690" y="236969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7" name="Picture 12" descr="Geometric Abstract Shapes Vector PNG Images, Geometric Shape, Geometric,  Shapes, Line PNG Image For Free Download">
              <a:extLst>
                <a:ext uri="{FF2B5EF4-FFF2-40B4-BE49-F238E27FC236}">
                  <a16:creationId xmlns:a16="http://schemas.microsoft.com/office/drawing/2014/main" id="{EFCD9DF6-1793-1128-30BC-DA7B29573F69}"/>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67941" t="61985" r="4529" b="15135"/>
            <a:stretch/>
          </p:blipFill>
          <p:spPr bwMode="auto">
            <a:xfrm>
              <a:off x="5297988" y="4333517"/>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8" name="Picture 12" descr="Geometric Abstract Shapes Vector PNG Images, Geometric Shape, Geometric,  Shapes, Line PNG Image For Free Download">
              <a:extLst>
                <a:ext uri="{FF2B5EF4-FFF2-40B4-BE49-F238E27FC236}">
                  <a16:creationId xmlns:a16="http://schemas.microsoft.com/office/drawing/2014/main" id="{F44D1F40-9288-A7A2-C163-51168B15EB38}"/>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55104" t="44021" r="11432" b="33099"/>
            <a:stretch/>
          </p:blipFill>
          <p:spPr bwMode="auto">
            <a:xfrm>
              <a:off x="8427406" y="1194495"/>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9" name="Picture 12" descr="Geometric Abstract Shapes Vector PNG Images, Geometric Shape, Geometric,  Shapes, Line PNG Image For Free Download">
              <a:extLst>
                <a:ext uri="{FF2B5EF4-FFF2-40B4-BE49-F238E27FC236}">
                  <a16:creationId xmlns:a16="http://schemas.microsoft.com/office/drawing/2014/main" id="{9FE4014B-1F1D-F7B0-FED8-E76E76636AC7}"/>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67941" t="61985" r="4529" b="15135"/>
            <a:stretch/>
          </p:blipFill>
          <p:spPr bwMode="auto">
            <a:xfrm>
              <a:off x="8719037" y="4903250"/>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0" name="Picture 12" descr="Geometric Abstract Shapes Vector PNG Images, Geometric Shape, Geometric,  Shapes, Line PNG Image For Free Download">
              <a:extLst>
                <a:ext uri="{FF2B5EF4-FFF2-40B4-BE49-F238E27FC236}">
                  <a16:creationId xmlns:a16="http://schemas.microsoft.com/office/drawing/2014/main" id="{1F831050-0D74-D02E-2CEE-307F17E58B17}"/>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29101" t="1646" r="48019" b="75474"/>
            <a:stretch/>
          </p:blipFill>
          <p:spPr bwMode="auto">
            <a:xfrm>
              <a:off x="4946076" y="2992647"/>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1" name="Picture 12" descr="Geometric Abstract Shapes Vector PNG Images, Geometric Shape, Geometric,  Shapes, Line PNG Image For Free Download">
              <a:extLst>
                <a:ext uri="{FF2B5EF4-FFF2-40B4-BE49-F238E27FC236}">
                  <a16:creationId xmlns:a16="http://schemas.microsoft.com/office/drawing/2014/main" id="{02036875-E85B-466F-2452-B0409C38C978}"/>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t="6106" r="77120" b="71014"/>
            <a:stretch/>
          </p:blipFill>
          <p:spPr bwMode="auto">
            <a:xfrm>
              <a:off x="524906" y="509553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2" name="Picture 12" descr="Geometric Abstract Shapes Vector PNG Images, Geometric Shape, Geometric,  Shapes, Line PNG Image For Free Download">
              <a:extLst>
                <a:ext uri="{FF2B5EF4-FFF2-40B4-BE49-F238E27FC236}">
                  <a16:creationId xmlns:a16="http://schemas.microsoft.com/office/drawing/2014/main" id="{DE01668D-867A-25BA-3259-8C8D51BB451B}"/>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55104" t="44021" r="11432" b="33099"/>
            <a:stretch/>
          </p:blipFill>
          <p:spPr bwMode="auto">
            <a:xfrm>
              <a:off x="8547640" y="5420083"/>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3" name="Picture 12" descr="Geometric Abstract Shapes Vector PNG Images, Geometric Shape, Geometric,  Shapes, Line PNG Image For Free Download">
              <a:extLst>
                <a:ext uri="{FF2B5EF4-FFF2-40B4-BE49-F238E27FC236}">
                  <a16:creationId xmlns:a16="http://schemas.microsoft.com/office/drawing/2014/main" id="{69B7FAF6-7C20-DAD7-700E-F5A7B83DAAB9}"/>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67941" t="61985" r="4529" b="15135"/>
            <a:stretch/>
          </p:blipFill>
          <p:spPr bwMode="auto">
            <a:xfrm>
              <a:off x="2000086" y="914244"/>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4" name="Picture 12" descr="Geometric Abstract Shapes Vector PNG Images, Geometric Shape, Geometric,  Shapes, Line PNG Image For Free Download">
              <a:extLst>
                <a:ext uri="{FF2B5EF4-FFF2-40B4-BE49-F238E27FC236}">
                  <a16:creationId xmlns:a16="http://schemas.microsoft.com/office/drawing/2014/main" id="{6265E2A4-F29F-8C32-F8AD-61A29C9B1D33}"/>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67941" t="61985" r="4529" b="15135"/>
            <a:stretch/>
          </p:blipFill>
          <p:spPr bwMode="auto">
            <a:xfrm>
              <a:off x="9543811" y="1761186"/>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6" name="Picture 12" descr="Geometric Abstract Shapes Vector PNG Images, Geometric Shape, Geometric,  Shapes, Line PNG Image For Free Download">
              <a:extLst>
                <a:ext uri="{FF2B5EF4-FFF2-40B4-BE49-F238E27FC236}">
                  <a16:creationId xmlns:a16="http://schemas.microsoft.com/office/drawing/2014/main" id="{2AFFA4C9-DB73-C7DB-AA0D-30F15D23E429}"/>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29101" t="1646" r="48019" b="75474"/>
            <a:stretch/>
          </p:blipFill>
          <p:spPr bwMode="auto">
            <a:xfrm>
              <a:off x="5919214" y="565240"/>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7" name="Picture 12" descr="Geometric Abstract Shapes Vector PNG Images, Geometric Shape, Geometric,  Shapes, Line PNG Image For Free Download">
              <a:extLst>
                <a:ext uri="{FF2B5EF4-FFF2-40B4-BE49-F238E27FC236}">
                  <a16:creationId xmlns:a16="http://schemas.microsoft.com/office/drawing/2014/main" id="{19B4CEEF-A15F-EA54-A0E6-9054241D3683}"/>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5635" t="32144" r="71485" b="44976"/>
            <a:stretch/>
          </p:blipFill>
          <p:spPr bwMode="auto">
            <a:xfrm>
              <a:off x="1925437" y="5786616"/>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8" name="Picture 12" descr="Geometric Abstract Shapes Vector PNG Images, Geometric Shape, Geometric,  Shapes, Line PNG Image For Free Download">
              <a:extLst>
                <a:ext uri="{FF2B5EF4-FFF2-40B4-BE49-F238E27FC236}">
                  <a16:creationId xmlns:a16="http://schemas.microsoft.com/office/drawing/2014/main" id="{4B9BD0E5-C11A-AA1D-EC3E-61D0D0C30865}"/>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5635" t="32144" r="71485" b="44976"/>
            <a:stretch/>
          </p:blipFill>
          <p:spPr bwMode="auto">
            <a:xfrm>
              <a:off x="-254928" y="608531"/>
              <a:ext cx="883366" cy="883366"/>
            </a:xfrm>
            <a:prstGeom prst="ellipse">
              <a:avLst/>
            </a:prstGeom>
            <a:noFill/>
            <a:extLst>
              <a:ext uri="{909E8E84-426E-40DD-AFC4-6F175D3DCCD1}">
                <a14:hiddenFill xmlns:a14="http://schemas.microsoft.com/office/drawing/2010/main">
                  <a:solidFill>
                    <a:srgbClr val="FFFFFF"/>
                  </a:solidFill>
                </a14:hiddenFill>
              </a:ext>
            </a:extLst>
          </p:spPr>
        </p:pic>
      </p:grpSp>
      <p:sp>
        <p:nvSpPr>
          <p:cNvPr id="29" name="Rectangle: Single Corner Rounded 28">
            <a:extLst>
              <a:ext uri="{FF2B5EF4-FFF2-40B4-BE49-F238E27FC236}">
                <a16:creationId xmlns:a16="http://schemas.microsoft.com/office/drawing/2014/main" id="{43BA5D5C-7867-1634-4DB9-18CED4FEF7D9}"/>
              </a:ext>
            </a:extLst>
          </p:cNvPr>
          <p:cNvSpPr/>
          <p:nvPr userDrawn="1"/>
        </p:nvSpPr>
        <p:spPr>
          <a:xfrm flipH="1">
            <a:off x="11766550" y="4476750"/>
            <a:ext cx="425450" cy="2381250"/>
          </a:xfrm>
          <a:prstGeom prst="round1Rect">
            <a:avLst>
              <a:gd name="adj" fmla="val 50000"/>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1CCED47-A41C-516D-F607-824EF0EB2BE8}"/>
              </a:ext>
            </a:extLst>
          </p:cNvPr>
          <p:cNvSpPr txBox="1"/>
          <p:nvPr userDrawn="1"/>
        </p:nvSpPr>
        <p:spPr>
          <a:xfrm>
            <a:off x="1" y="6203484"/>
            <a:ext cx="2260599" cy="553998"/>
          </a:xfrm>
          <a:prstGeom prst="rect">
            <a:avLst/>
          </a:prstGeom>
          <a:noFill/>
        </p:spPr>
        <p:txBody>
          <a:bodyPr wrap="square" rtlCol="0">
            <a:spAutoFit/>
          </a:bodyPr>
          <a:lstStyle/>
          <a:p>
            <a:r>
              <a:rPr lang="en-US" sz="1000" dirty="0">
                <a:solidFill>
                  <a:schemeClr val="bg1">
                    <a:lumMod val="65000"/>
                  </a:schemeClr>
                </a:solidFill>
              </a:rPr>
              <a:t>Md. Shakil</a:t>
            </a:r>
          </a:p>
          <a:p>
            <a:r>
              <a:rPr lang="en-US" sz="1000" dirty="0">
                <a:solidFill>
                  <a:schemeClr val="bg1">
                    <a:lumMod val="65000"/>
                  </a:schemeClr>
                </a:solidFill>
              </a:rPr>
              <a:t>Assessor &amp; Trainer </a:t>
            </a:r>
          </a:p>
          <a:p>
            <a:r>
              <a:rPr lang="en-US" sz="1000" dirty="0">
                <a:solidFill>
                  <a:schemeClr val="bg1">
                    <a:lumMod val="65000"/>
                  </a:schemeClr>
                </a:solidFill>
              </a:rPr>
              <a:t>National Skill Development Authority</a:t>
            </a:r>
          </a:p>
        </p:txBody>
      </p:sp>
    </p:spTree>
    <p:extLst>
      <p:ext uri="{BB962C8B-B14F-4D97-AF65-F5344CB8AC3E}">
        <p14:creationId xmlns:p14="http://schemas.microsoft.com/office/powerpoint/2010/main" val="920815928"/>
      </p:ext>
    </p:extLst>
  </p:cSld>
  <p:clrMapOvr>
    <a:overrideClrMapping bg1="lt1" tx1="dk1" bg2="lt2" tx2="dk2" accent1="accent1" accent2="accent2" accent3="accent3" accent4="accent4" accent5="accent5" accent6="accent6" hlink="hlink" folHlink="folHlink"/>
  </p:clrMapOvr>
  <p:transition>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Lecture No">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A53CA52-31B9-3A77-2823-E105AD74D862}"/>
              </a:ext>
            </a:extLst>
          </p:cNvPr>
          <p:cNvSpPr/>
          <p:nvPr userDrawn="1"/>
        </p:nvSpPr>
        <p:spPr>
          <a:xfrm>
            <a:off x="0" y="0"/>
            <a:ext cx="12192000" cy="6858000"/>
          </a:xfrm>
          <a:prstGeom prst="rect">
            <a:avLst/>
          </a:prstGeom>
          <a:solidFill>
            <a:srgbClr val="00000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735E40E-9EDA-E7EF-89E4-C121E1460818}"/>
              </a:ext>
            </a:extLst>
          </p:cNvPr>
          <p:cNvSpPr/>
          <p:nvPr userDrawn="1"/>
        </p:nvSpPr>
        <p:spPr>
          <a:xfrm>
            <a:off x="0" y="0"/>
            <a:ext cx="2705100" cy="6858000"/>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D1BD198B-9F33-990A-63F4-89329A571653}"/>
              </a:ext>
            </a:extLst>
          </p:cNvPr>
          <p:cNvSpPr/>
          <p:nvPr userDrawn="1"/>
        </p:nvSpPr>
        <p:spPr>
          <a:xfrm>
            <a:off x="1574800" y="1365250"/>
            <a:ext cx="2260600" cy="4127500"/>
          </a:xfrm>
          <a:prstGeom prst="roundRect">
            <a:avLst>
              <a:gd name="adj" fmla="val 16105"/>
            </a:avLst>
          </a:prstGeom>
          <a:solidFill>
            <a:srgbClr val="000000"/>
          </a:solidFill>
          <a:ln w="76200">
            <a:solidFill>
              <a:srgbClr val="40404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56A41CF4-848C-75CA-B77E-5EA051D8923A}"/>
              </a:ext>
            </a:extLst>
          </p:cNvPr>
          <p:cNvSpPr>
            <a:spLocks noGrp="1"/>
          </p:cNvSpPr>
          <p:nvPr>
            <p:ph type="ctrTitle" hasCustomPrompt="1"/>
          </p:nvPr>
        </p:nvSpPr>
        <p:spPr>
          <a:xfrm>
            <a:off x="3968750" y="2379789"/>
            <a:ext cx="7150100" cy="1170717"/>
          </a:xfrm>
        </p:spPr>
        <p:txBody>
          <a:bodyPr anchor="ctr">
            <a:normAutofit/>
          </a:bodyPr>
          <a:lstStyle>
            <a:lvl1pPr algn="l">
              <a:defRPr sz="5400" b="1">
                <a:solidFill>
                  <a:schemeClr val="bg1">
                    <a:lumMod val="50000"/>
                  </a:schemeClr>
                </a:solidFill>
              </a:defRPr>
            </a:lvl1pPr>
          </a:lstStyle>
          <a:p>
            <a:r>
              <a:rPr lang="en-US" dirty="0"/>
              <a:t>TITLE OF THE LECTURE</a:t>
            </a:r>
          </a:p>
        </p:txBody>
      </p:sp>
      <p:sp>
        <p:nvSpPr>
          <p:cNvPr id="13" name="Subtitle 2">
            <a:extLst>
              <a:ext uri="{FF2B5EF4-FFF2-40B4-BE49-F238E27FC236}">
                <a16:creationId xmlns:a16="http://schemas.microsoft.com/office/drawing/2014/main" id="{EA8EF618-4395-091C-D1E2-728642290B77}"/>
              </a:ext>
            </a:extLst>
          </p:cNvPr>
          <p:cNvSpPr>
            <a:spLocks noGrp="1"/>
          </p:cNvSpPr>
          <p:nvPr>
            <p:ph type="subTitle" idx="1" hasCustomPrompt="1"/>
          </p:nvPr>
        </p:nvSpPr>
        <p:spPr>
          <a:xfrm>
            <a:off x="3968750" y="3550506"/>
            <a:ext cx="7150100" cy="645203"/>
          </a:xfrm>
        </p:spPr>
        <p:txBody>
          <a:bodyPr anchor="ctr"/>
          <a:lstStyle>
            <a:lvl1pPr marL="0" indent="0" algn="l">
              <a:buNone/>
              <a:defRPr sz="24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of the lecture</a:t>
            </a:r>
          </a:p>
        </p:txBody>
      </p:sp>
      <p:cxnSp>
        <p:nvCxnSpPr>
          <p:cNvPr id="20" name="Straight Connector 19">
            <a:extLst>
              <a:ext uri="{FF2B5EF4-FFF2-40B4-BE49-F238E27FC236}">
                <a16:creationId xmlns:a16="http://schemas.microsoft.com/office/drawing/2014/main" id="{1437CE62-271A-52C6-9C2A-A245E26BA299}"/>
              </a:ext>
            </a:extLst>
          </p:cNvPr>
          <p:cNvCxnSpPr>
            <a:cxnSpLocks/>
          </p:cNvCxnSpPr>
          <p:nvPr userDrawn="1"/>
        </p:nvCxnSpPr>
        <p:spPr>
          <a:xfrm>
            <a:off x="2063750" y="3096483"/>
            <a:ext cx="1282700"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36" name="Text Placeholder 35">
            <a:extLst>
              <a:ext uri="{FF2B5EF4-FFF2-40B4-BE49-F238E27FC236}">
                <a16:creationId xmlns:a16="http://schemas.microsoft.com/office/drawing/2014/main" id="{AB1A3A9C-7406-43B0-3CE6-D18BDAE90AAE}"/>
              </a:ext>
            </a:extLst>
          </p:cNvPr>
          <p:cNvSpPr>
            <a:spLocks noGrp="1"/>
          </p:cNvSpPr>
          <p:nvPr>
            <p:ph type="body" sz="quarter" idx="10" hasCustomPrompt="1"/>
          </p:nvPr>
        </p:nvSpPr>
        <p:spPr>
          <a:xfrm>
            <a:off x="2051050" y="2542620"/>
            <a:ext cx="1282700" cy="558800"/>
          </a:xfrm>
        </p:spPr>
        <p:txBody>
          <a:bodyPr>
            <a:normAutofit/>
          </a:bodyPr>
          <a:lstStyle>
            <a:lvl1pPr marL="0" indent="0" algn="ctr">
              <a:buNone/>
              <a:defRPr sz="2400" b="1">
                <a:solidFill>
                  <a:schemeClr val="bg1"/>
                </a:solidFill>
              </a:defRPr>
            </a:lvl1pPr>
          </a:lstStyle>
          <a:p>
            <a:pPr lvl="0"/>
            <a:r>
              <a:rPr lang="en-US" dirty="0"/>
              <a:t>Lecture</a:t>
            </a:r>
          </a:p>
        </p:txBody>
      </p:sp>
      <p:sp>
        <p:nvSpPr>
          <p:cNvPr id="38" name="Text Placeholder 37">
            <a:extLst>
              <a:ext uri="{FF2B5EF4-FFF2-40B4-BE49-F238E27FC236}">
                <a16:creationId xmlns:a16="http://schemas.microsoft.com/office/drawing/2014/main" id="{ED3C4B52-917D-CB33-CBA4-0FF1D415E24B}"/>
              </a:ext>
            </a:extLst>
          </p:cNvPr>
          <p:cNvSpPr>
            <a:spLocks noGrp="1"/>
          </p:cNvSpPr>
          <p:nvPr>
            <p:ph type="body" sz="quarter" idx="11" hasCustomPrompt="1"/>
          </p:nvPr>
        </p:nvSpPr>
        <p:spPr>
          <a:xfrm>
            <a:off x="2051050" y="3276600"/>
            <a:ext cx="1270000" cy="1001713"/>
          </a:xfrm>
        </p:spPr>
        <p:txBody>
          <a:bodyPr anchor="ctr">
            <a:noAutofit/>
          </a:bodyPr>
          <a:lstStyle>
            <a:lvl1pPr marL="0" indent="0" algn="ctr">
              <a:buNone/>
              <a:defRPr sz="7200" b="1">
                <a:solidFill>
                  <a:schemeClr val="bg1">
                    <a:lumMod val="50000"/>
                  </a:schemeClr>
                </a:solidFill>
              </a:defRPr>
            </a:lvl1pPr>
          </a:lstStyle>
          <a:p>
            <a:pPr lvl="0"/>
            <a:r>
              <a:rPr lang="en-US" dirty="0"/>
              <a:t>01</a:t>
            </a:r>
          </a:p>
        </p:txBody>
      </p:sp>
      <p:grpSp>
        <p:nvGrpSpPr>
          <p:cNvPr id="3" name="Group 2">
            <a:extLst>
              <a:ext uri="{FF2B5EF4-FFF2-40B4-BE49-F238E27FC236}">
                <a16:creationId xmlns:a16="http://schemas.microsoft.com/office/drawing/2014/main" id="{67799B20-E6CC-B71E-C7D0-7E5636457248}"/>
              </a:ext>
            </a:extLst>
          </p:cNvPr>
          <p:cNvGrpSpPr/>
          <p:nvPr userDrawn="1"/>
        </p:nvGrpSpPr>
        <p:grpSpPr>
          <a:xfrm>
            <a:off x="2194363" y="4857209"/>
            <a:ext cx="983374" cy="457200"/>
            <a:chOff x="1950885" y="4827717"/>
            <a:chExt cx="983374" cy="457200"/>
          </a:xfrm>
        </p:grpSpPr>
        <p:pic>
          <p:nvPicPr>
            <p:cNvPr id="25" name="Picture 4" descr="Python Logo PNG Transparent – Brands Logos">
              <a:extLst>
                <a:ext uri="{FF2B5EF4-FFF2-40B4-BE49-F238E27FC236}">
                  <a16:creationId xmlns:a16="http://schemas.microsoft.com/office/drawing/2014/main" id="{7A333CA6-CC1A-43D6-A93F-94EE046B12F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950885" y="4827717"/>
              <a:ext cx="458999" cy="4572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Django Icon #266158 - Free Icons Library">
              <a:extLst>
                <a:ext uri="{FF2B5EF4-FFF2-40B4-BE49-F238E27FC236}">
                  <a16:creationId xmlns:a16="http://schemas.microsoft.com/office/drawing/2014/main" id="{5CF5C5B8-D89A-8C50-093F-5A7C50D975A5}"/>
                </a:ext>
              </a:extLst>
            </p:cNvPr>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3957" t="3918" r="4003" b="4265"/>
            <a:stretch/>
          </p:blipFill>
          <p:spPr bwMode="auto">
            <a:xfrm>
              <a:off x="2475941" y="4827717"/>
              <a:ext cx="458318" cy="4572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 name="Group 7">
            <a:extLst>
              <a:ext uri="{FF2B5EF4-FFF2-40B4-BE49-F238E27FC236}">
                <a16:creationId xmlns:a16="http://schemas.microsoft.com/office/drawing/2014/main" id="{0DB26DF6-9475-9193-1ABA-DCCB2E39B4B0}"/>
              </a:ext>
            </a:extLst>
          </p:cNvPr>
          <p:cNvGrpSpPr/>
          <p:nvPr userDrawn="1"/>
        </p:nvGrpSpPr>
        <p:grpSpPr>
          <a:xfrm>
            <a:off x="430466" y="206661"/>
            <a:ext cx="11052147" cy="6128825"/>
            <a:chOff x="-254928" y="565240"/>
            <a:chExt cx="11052147" cy="6128825"/>
          </a:xfrm>
        </p:grpSpPr>
        <p:pic>
          <p:nvPicPr>
            <p:cNvPr id="9" name="Picture 12" descr="Geometric Abstract Shapes Vector PNG Images, Geometric Shape, Geometric,  Shapes, Line PNG Image For Free Download">
              <a:extLst>
                <a:ext uri="{FF2B5EF4-FFF2-40B4-BE49-F238E27FC236}">
                  <a16:creationId xmlns:a16="http://schemas.microsoft.com/office/drawing/2014/main" id="{5B2DC3E2-513C-2FC0-A79B-AA2D4107228E}"/>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t="6106" r="77120" b="71014"/>
            <a:stretch/>
          </p:blipFill>
          <p:spPr bwMode="auto">
            <a:xfrm>
              <a:off x="4069544" y="1730274"/>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1" name="Picture 12" descr="Geometric Abstract Shapes Vector PNG Images, Geometric Shape, Geometric,  Shapes, Line PNG Image For Free Download">
              <a:extLst>
                <a:ext uri="{FF2B5EF4-FFF2-40B4-BE49-F238E27FC236}">
                  <a16:creationId xmlns:a16="http://schemas.microsoft.com/office/drawing/2014/main" id="{BFA83FBD-9BAB-FF7F-E029-9BA4EBE0758D}"/>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29101" t="1646" r="48019" b="75474"/>
            <a:stretch/>
          </p:blipFill>
          <p:spPr bwMode="auto">
            <a:xfrm>
              <a:off x="6701767" y="5810699"/>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2" name="Picture 12" descr="Geometric Abstract Shapes Vector PNG Images, Geometric Shape, Geometric,  Shapes, Line PNG Image For Free Download">
              <a:extLst>
                <a:ext uri="{FF2B5EF4-FFF2-40B4-BE49-F238E27FC236}">
                  <a16:creationId xmlns:a16="http://schemas.microsoft.com/office/drawing/2014/main" id="{41AAD538-FF94-65D4-4C5E-30DD8907836C}"/>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5635" t="32144" r="71485" b="44976"/>
            <a:stretch/>
          </p:blipFill>
          <p:spPr bwMode="auto">
            <a:xfrm>
              <a:off x="2560513" y="411276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4" name="Picture 12" descr="Geometric Abstract Shapes Vector PNG Images, Geometric Shape, Geometric,  Shapes, Line PNG Image For Free Download">
              <a:extLst>
                <a:ext uri="{FF2B5EF4-FFF2-40B4-BE49-F238E27FC236}">
                  <a16:creationId xmlns:a16="http://schemas.microsoft.com/office/drawing/2014/main" id="{E3B8C9B5-F5A9-3BCA-909D-8F6FC85578DD}"/>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55104" t="44021" r="11432" b="33099"/>
            <a:stretch/>
          </p:blipFill>
          <p:spPr bwMode="auto">
            <a:xfrm>
              <a:off x="489055" y="1754701"/>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5" name="Picture 12" descr="Geometric Abstract Shapes Vector PNG Images, Geometric Shape, Geometric,  Shapes, Line PNG Image For Free Download">
              <a:extLst>
                <a:ext uri="{FF2B5EF4-FFF2-40B4-BE49-F238E27FC236}">
                  <a16:creationId xmlns:a16="http://schemas.microsoft.com/office/drawing/2014/main" id="{F257332A-CE3C-09E7-EE65-A670DBADFCFA}"/>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29101" t="1646" r="48019" b="75474"/>
            <a:stretch/>
          </p:blipFill>
          <p:spPr bwMode="auto">
            <a:xfrm>
              <a:off x="9913853" y="271205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6" name="Picture 12" descr="Geometric Abstract Shapes Vector PNG Images, Geometric Shape, Geometric,  Shapes, Line PNG Image For Free Download">
              <a:extLst>
                <a:ext uri="{FF2B5EF4-FFF2-40B4-BE49-F238E27FC236}">
                  <a16:creationId xmlns:a16="http://schemas.microsoft.com/office/drawing/2014/main" id="{B4E14C98-7284-C5BC-6D77-C05C6D4BC0D1}"/>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5635" t="32144" r="71485" b="44976"/>
            <a:stretch/>
          </p:blipFill>
          <p:spPr bwMode="auto">
            <a:xfrm>
              <a:off x="7156690" y="236969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7" name="Picture 12" descr="Geometric Abstract Shapes Vector PNG Images, Geometric Shape, Geometric,  Shapes, Line PNG Image For Free Download">
              <a:extLst>
                <a:ext uri="{FF2B5EF4-FFF2-40B4-BE49-F238E27FC236}">
                  <a16:creationId xmlns:a16="http://schemas.microsoft.com/office/drawing/2014/main" id="{4D2FF988-C167-702C-EC57-1A0001C0DD36}"/>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67941" t="61985" r="4529" b="15135"/>
            <a:stretch/>
          </p:blipFill>
          <p:spPr bwMode="auto">
            <a:xfrm>
              <a:off x="5297988" y="4333517"/>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8" name="Picture 12" descr="Geometric Abstract Shapes Vector PNG Images, Geometric Shape, Geometric,  Shapes, Line PNG Image For Free Download">
              <a:extLst>
                <a:ext uri="{FF2B5EF4-FFF2-40B4-BE49-F238E27FC236}">
                  <a16:creationId xmlns:a16="http://schemas.microsoft.com/office/drawing/2014/main" id="{56485F8C-5277-B97B-52FA-B6366EB93E31}"/>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55104" t="44021" r="11432" b="33099"/>
            <a:stretch/>
          </p:blipFill>
          <p:spPr bwMode="auto">
            <a:xfrm>
              <a:off x="8427406" y="1194495"/>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19" name="Picture 12" descr="Geometric Abstract Shapes Vector PNG Images, Geometric Shape, Geometric,  Shapes, Line PNG Image For Free Download">
              <a:extLst>
                <a:ext uri="{FF2B5EF4-FFF2-40B4-BE49-F238E27FC236}">
                  <a16:creationId xmlns:a16="http://schemas.microsoft.com/office/drawing/2014/main" id="{6694840C-316F-D2BA-321F-651A3EBD5737}"/>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67941" t="61985" r="4529" b="15135"/>
            <a:stretch/>
          </p:blipFill>
          <p:spPr bwMode="auto">
            <a:xfrm>
              <a:off x="8719037" y="4903250"/>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1" name="Picture 12" descr="Geometric Abstract Shapes Vector PNG Images, Geometric Shape, Geometric,  Shapes, Line PNG Image For Free Download">
              <a:extLst>
                <a:ext uri="{FF2B5EF4-FFF2-40B4-BE49-F238E27FC236}">
                  <a16:creationId xmlns:a16="http://schemas.microsoft.com/office/drawing/2014/main" id="{7ADD3ECF-D3D5-EAC5-411F-E13E13301A3B}"/>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29101" t="1646" r="48019" b="75474"/>
            <a:stretch/>
          </p:blipFill>
          <p:spPr bwMode="auto">
            <a:xfrm>
              <a:off x="4946076" y="2992647"/>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2" name="Picture 12" descr="Geometric Abstract Shapes Vector PNG Images, Geometric Shape, Geometric,  Shapes, Line PNG Image For Free Download">
              <a:extLst>
                <a:ext uri="{FF2B5EF4-FFF2-40B4-BE49-F238E27FC236}">
                  <a16:creationId xmlns:a16="http://schemas.microsoft.com/office/drawing/2014/main" id="{14BB5171-7BA9-E2F2-C2A9-DD58651CDF11}"/>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t="6106" r="77120" b="71014"/>
            <a:stretch/>
          </p:blipFill>
          <p:spPr bwMode="auto">
            <a:xfrm>
              <a:off x="524906" y="509553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3" name="Picture 12" descr="Geometric Abstract Shapes Vector PNG Images, Geometric Shape, Geometric,  Shapes, Line PNG Image For Free Download">
              <a:extLst>
                <a:ext uri="{FF2B5EF4-FFF2-40B4-BE49-F238E27FC236}">
                  <a16:creationId xmlns:a16="http://schemas.microsoft.com/office/drawing/2014/main" id="{CED1A7A3-B815-71DC-9D32-9ABD788CDA9E}"/>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55104" t="44021" r="11432" b="33099"/>
            <a:stretch/>
          </p:blipFill>
          <p:spPr bwMode="auto">
            <a:xfrm>
              <a:off x="8547640" y="5420083"/>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4" name="Picture 12" descr="Geometric Abstract Shapes Vector PNG Images, Geometric Shape, Geometric,  Shapes, Line PNG Image For Free Download">
              <a:extLst>
                <a:ext uri="{FF2B5EF4-FFF2-40B4-BE49-F238E27FC236}">
                  <a16:creationId xmlns:a16="http://schemas.microsoft.com/office/drawing/2014/main" id="{4CA931C7-9424-829E-4CB9-2868DF5AF0D7}"/>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67941" t="61985" r="4529" b="15135"/>
            <a:stretch/>
          </p:blipFill>
          <p:spPr bwMode="auto">
            <a:xfrm>
              <a:off x="2000086" y="914244"/>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6" name="Picture 12" descr="Geometric Abstract Shapes Vector PNG Images, Geometric Shape, Geometric,  Shapes, Line PNG Image For Free Download">
              <a:extLst>
                <a:ext uri="{FF2B5EF4-FFF2-40B4-BE49-F238E27FC236}">
                  <a16:creationId xmlns:a16="http://schemas.microsoft.com/office/drawing/2014/main" id="{2A908515-A8E6-6AF5-22BC-3CA2DE55AD15}"/>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67941" t="61985" r="4529" b="15135"/>
            <a:stretch/>
          </p:blipFill>
          <p:spPr bwMode="auto">
            <a:xfrm>
              <a:off x="9543811" y="1761186"/>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8" name="Picture 12" descr="Geometric Abstract Shapes Vector PNG Images, Geometric Shape, Geometric,  Shapes, Line PNG Image For Free Download">
              <a:extLst>
                <a:ext uri="{FF2B5EF4-FFF2-40B4-BE49-F238E27FC236}">
                  <a16:creationId xmlns:a16="http://schemas.microsoft.com/office/drawing/2014/main" id="{B04036C4-BCF4-00D8-85F5-BFF24B5CAEE1}"/>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29101" t="1646" r="48019" b="75474"/>
            <a:stretch/>
          </p:blipFill>
          <p:spPr bwMode="auto">
            <a:xfrm>
              <a:off x="5919214" y="565240"/>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9" name="Picture 12" descr="Geometric Abstract Shapes Vector PNG Images, Geometric Shape, Geometric,  Shapes, Line PNG Image For Free Download">
              <a:extLst>
                <a:ext uri="{FF2B5EF4-FFF2-40B4-BE49-F238E27FC236}">
                  <a16:creationId xmlns:a16="http://schemas.microsoft.com/office/drawing/2014/main" id="{3735749C-98ED-1D52-D759-A43399C079A8}"/>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5635" t="32144" r="71485" b="44976"/>
            <a:stretch/>
          </p:blipFill>
          <p:spPr bwMode="auto">
            <a:xfrm>
              <a:off x="1925437" y="5786616"/>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0" name="Picture 12" descr="Geometric Abstract Shapes Vector PNG Images, Geometric Shape, Geometric,  Shapes, Line PNG Image For Free Download">
              <a:extLst>
                <a:ext uri="{FF2B5EF4-FFF2-40B4-BE49-F238E27FC236}">
                  <a16:creationId xmlns:a16="http://schemas.microsoft.com/office/drawing/2014/main" id="{14D0BBF1-0096-3974-2366-DA7603219AE7}"/>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5635" t="32144" r="71485" b="44976"/>
            <a:stretch/>
          </p:blipFill>
          <p:spPr bwMode="auto">
            <a:xfrm>
              <a:off x="-254928" y="608531"/>
              <a:ext cx="883366" cy="883366"/>
            </a:xfrm>
            <a:prstGeom prst="ellipse">
              <a:avLst/>
            </a:prstGeom>
            <a:noFill/>
            <a:extLst>
              <a:ext uri="{909E8E84-426E-40DD-AFC4-6F175D3DCCD1}">
                <a14:hiddenFill xmlns:a14="http://schemas.microsoft.com/office/drawing/2010/main">
                  <a:solidFill>
                    <a:srgbClr val="FFFFFF"/>
                  </a:solidFill>
                </a14:hiddenFill>
              </a:ext>
            </a:extLst>
          </p:spPr>
        </p:pic>
      </p:grpSp>
      <p:sp>
        <p:nvSpPr>
          <p:cNvPr id="31" name="Rectangle: Single Corner Rounded 30">
            <a:extLst>
              <a:ext uri="{FF2B5EF4-FFF2-40B4-BE49-F238E27FC236}">
                <a16:creationId xmlns:a16="http://schemas.microsoft.com/office/drawing/2014/main" id="{749464A5-FC53-CB85-A728-217E6696E5A3}"/>
              </a:ext>
            </a:extLst>
          </p:cNvPr>
          <p:cNvSpPr/>
          <p:nvPr userDrawn="1"/>
        </p:nvSpPr>
        <p:spPr>
          <a:xfrm flipH="1">
            <a:off x="11766550" y="4476750"/>
            <a:ext cx="425450" cy="2381250"/>
          </a:xfrm>
          <a:prstGeom prst="round1Rect">
            <a:avLst>
              <a:gd name="adj" fmla="val 50000"/>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E04C8371-F443-1F1B-34A0-A3A7DD2B426C}"/>
              </a:ext>
            </a:extLst>
          </p:cNvPr>
          <p:cNvSpPr txBox="1"/>
          <p:nvPr userDrawn="1"/>
        </p:nvSpPr>
        <p:spPr>
          <a:xfrm>
            <a:off x="1" y="6203484"/>
            <a:ext cx="2260599" cy="553998"/>
          </a:xfrm>
          <a:prstGeom prst="rect">
            <a:avLst/>
          </a:prstGeom>
          <a:noFill/>
        </p:spPr>
        <p:txBody>
          <a:bodyPr wrap="square" rtlCol="0">
            <a:spAutoFit/>
          </a:bodyPr>
          <a:lstStyle/>
          <a:p>
            <a:r>
              <a:rPr lang="en-US" sz="1000" dirty="0">
                <a:solidFill>
                  <a:schemeClr val="bg1">
                    <a:lumMod val="65000"/>
                  </a:schemeClr>
                </a:solidFill>
              </a:rPr>
              <a:t>Md. Shakil</a:t>
            </a:r>
          </a:p>
          <a:p>
            <a:r>
              <a:rPr lang="en-US" sz="1000" dirty="0">
                <a:solidFill>
                  <a:schemeClr val="bg1">
                    <a:lumMod val="65000"/>
                  </a:schemeClr>
                </a:solidFill>
              </a:rPr>
              <a:t>Assessor &amp; Trainer </a:t>
            </a:r>
          </a:p>
          <a:p>
            <a:r>
              <a:rPr lang="en-US" sz="1000" dirty="0">
                <a:solidFill>
                  <a:schemeClr val="bg1">
                    <a:lumMod val="65000"/>
                  </a:schemeClr>
                </a:solidFill>
              </a:rPr>
              <a:t>National Skill Development Authority</a:t>
            </a:r>
          </a:p>
        </p:txBody>
      </p:sp>
    </p:spTree>
    <p:extLst>
      <p:ext uri="{BB962C8B-B14F-4D97-AF65-F5344CB8AC3E}">
        <p14:creationId xmlns:p14="http://schemas.microsoft.com/office/powerpoint/2010/main" val="1328409522"/>
      </p:ext>
    </p:extLst>
  </p:cSld>
  <p:clrMapOvr>
    <a:overrideClrMapping bg1="lt1" tx1="dk1" bg2="lt2" tx2="dk2" accent1="accent1" accent2="accent2" accent3="accent3" accent4="accent4" accent5="accent5" accent6="accent6" hlink="hlink" folHlink="folHlink"/>
  </p:clrMapOvr>
  <p:transition>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Content Slide with Title">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96BEA09-0983-13EF-017F-E168EAC9C3C0}"/>
              </a:ext>
            </a:extLst>
          </p:cNvPr>
          <p:cNvSpPr/>
          <p:nvPr userDrawn="1"/>
        </p:nvSpPr>
        <p:spPr>
          <a:xfrm>
            <a:off x="0" y="0"/>
            <a:ext cx="12192000" cy="6858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latin typeface="Arial Black" panose="020B0A04020102020204" pitchFamily="34" charset="0"/>
            </a:endParaRPr>
          </a:p>
        </p:txBody>
      </p:sp>
      <p:sp>
        <p:nvSpPr>
          <p:cNvPr id="25" name="Rectangle: Top Corners Rounded 24">
            <a:extLst>
              <a:ext uri="{FF2B5EF4-FFF2-40B4-BE49-F238E27FC236}">
                <a16:creationId xmlns:a16="http://schemas.microsoft.com/office/drawing/2014/main" id="{24E01BB4-D3EF-3D83-72A6-6A76F24274B1}"/>
              </a:ext>
            </a:extLst>
          </p:cNvPr>
          <p:cNvSpPr/>
          <p:nvPr userDrawn="1"/>
        </p:nvSpPr>
        <p:spPr>
          <a:xfrm rot="5400000">
            <a:off x="3673953" y="-3394553"/>
            <a:ext cx="1079500" cy="8427406"/>
          </a:xfrm>
          <a:prstGeom prst="round2SameRect">
            <a:avLst>
              <a:gd name="adj1" fmla="val 20719"/>
              <a:gd name="adj2" fmla="val 0"/>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Single Corner Rounded 25">
            <a:extLst>
              <a:ext uri="{FF2B5EF4-FFF2-40B4-BE49-F238E27FC236}">
                <a16:creationId xmlns:a16="http://schemas.microsoft.com/office/drawing/2014/main" id="{F7D579D1-CC19-5325-72BE-FE4596D337A2}"/>
              </a:ext>
            </a:extLst>
          </p:cNvPr>
          <p:cNvSpPr/>
          <p:nvPr userDrawn="1"/>
        </p:nvSpPr>
        <p:spPr>
          <a:xfrm flipH="1">
            <a:off x="11766550" y="4476750"/>
            <a:ext cx="425450" cy="2381250"/>
          </a:xfrm>
          <a:prstGeom prst="round1Rect">
            <a:avLst>
              <a:gd name="adj" fmla="val 50000"/>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Top Corners Rounded 26">
            <a:extLst>
              <a:ext uri="{FF2B5EF4-FFF2-40B4-BE49-F238E27FC236}">
                <a16:creationId xmlns:a16="http://schemas.microsoft.com/office/drawing/2014/main" id="{C1E6DFA7-5710-3053-244D-4016136191F9}"/>
              </a:ext>
            </a:extLst>
          </p:cNvPr>
          <p:cNvSpPr/>
          <p:nvPr userDrawn="1"/>
        </p:nvSpPr>
        <p:spPr>
          <a:xfrm rot="5400000">
            <a:off x="3617338" y="-3426839"/>
            <a:ext cx="1079500" cy="8314177"/>
          </a:xfrm>
          <a:prstGeom prst="round2SameRect">
            <a:avLst>
              <a:gd name="adj1" fmla="val 20719"/>
              <a:gd name="adj2" fmla="val 0"/>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058A3CB3-4581-A09E-32A6-394F7A573927}"/>
              </a:ext>
            </a:extLst>
          </p:cNvPr>
          <p:cNvGrpSpPr/>
          <p:nvPr userDrawn="1"/>
        </p:nvGrpSpPr>
        <p:grpSpPr>
          <a:xfrm>
            <a:off x="100178" y="4970403"/>
            <a:ext cx="467480" cy="1083963"/>
            <a:chOff x="1942404" y="4200954"/>
            <a:chExt cx="467480" cy="1083963"/>
          </a:xfrm>
        </p:grpSpPr>
        <p:pic>
          <p:nvPicPr>
            <p:cNvPr id="7" name="Picture 4" descr="Python Logo PNG Transparent – Brands Logos">
              <a:extLst>
                <a:ext uri="{FF2B5EF4-FFF2-40B4-BE49-F238E27FC236}">
                  <a16:creationId xmlns:a16="http://schemas.microsoft.com/office/drawing/2014/main" id="{ACBEDCC2-030A-070F-7FD7-1CF4E1F41B4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950885" y="4827717"/>
              <a:ext cx="458999" cy="4572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Django Icon #266158 - Free Icons Library">
              <a:extLst>
                <a:ext uri="{FF2B5EF4-FFF2-40B4-BE49-F238E27FC236}">
                  <a16:creationId xmlns:a16="http://schemas.microsoft.com/office/drawing/2014/main" id="{8523BCE1-36FE-F100-F6D2-D0D5BE1F5F05}"/>
                </a:ext>
              </a:extLst>
            </p:cNvPr>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3957" t="3918" r="4003" b="4265"/>
            <a:stretch/>
          </p:blipFill>
          <p:spPr bwMode="auto">
            <a:xfrm>
              <a:off x="1942404" y="4200954"/>
              <a:ext cx="458318" cy="457200"/>
            </a:xfrm>
            <a:prstGeom prst="rect">
              <a:avLst/>
            </a:prstGeom>
            <a:noFill/>
            <a:extLst>
              <a:ext uri="{909E8E84-426E-40DD-AFC4-6F175D3DCCD1}">
                <a14:hiddenFill xmlns:a14="http://schemas.microsoft.com/office/drawing/2010/main">
                  <a:solidFill>
                    <a:srgbClr val="FFFFFF"/>
                  </a:solidFill>
                </a14:hiddenFill>
              </a:ext>
            </a:extLst>
          </p:spPr>
        </p:pic>
      </p:grpSp>
      <p:pic>
        <p:nvPicPr>
          <p:cNvPr id="10" name="Picture 2" descr="Python White Icons – Free Download SVG, PNG, GIF">
            <a:extLst>
              <a:ext uri="{FF2B5EF4-FFF2-40B4-BE49-F238E27FC236}">
                <a16:creationId xmlns:a16="http://schemas.microsoft.com/office/drawing/2014/main" id="{D7C1F87D-D409-F070-539D-F55A3A63144B}"/>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4742" y="455550"/>
            <a:ext cx="498352" cy="498352"/>
          </a:xfrm>
          <a:prstGeom prst="rect">
            <a:avLst/>
          </a:prstGeom>
          <a:noFill/>
          <a:extLst>
            <a:ext uri="{909E8E84-426E-40DD-AFC4-6F175D3DCCD1}">
              <a14:hiddenFill xmlns:a14="http://schemas.microsoft.com/office/drawing/2010/main">
                <a:solidFill>
                  <a:srgbClr val="FFFFFF"/>
                </a:solidFill>
              </a14:hiddenFill>
            </a:ext>
          </a:extLst>
        </p:spPr>
      </p:pic>
      <p:grpSp>
        <p:nvGrpSpPr>
          <p:cNvPr id="4099" name="Group 4098">
            <a:extLst>
              <a:ext uri="{FF2B5EF4-FFF2-40B4-BE49-F238E27FC236}">
                <a16:creationId xmlns:a16="http://schemas.microsoft.com/office/drawing/2014/main" id="{FA0F5532-CEFD-DD01-3C61-7C7BF58704CD}"/>
              </a:ext>
            </a:extLst>
          </p:cNvPr>
          <p:cNvGrpSpPr/>
          <p:nvPr userDrawn="1"/>
        </p:nvGrpSpPr>
        <p:grpSpPr>
          <a:xfrm>
            <a:off x="430466" y="206661"/>
            <a:ext cx="11052147" cy="6128825"/>
            <a:chOff x="-254928" y="565240"/>
            <a:chExt cx="11052147" cy="6128825"/>
          </a:xfrm>
        </p:grpSpPr>
        <p:pic>
          <p:nvPicPr>
            <p:cNvPr id="4101" name="Picture 12" descr="Geometric Abstract Shapes Vector PNG Images, Geometric Shape, Geometric,  Shapes, Line PNG Image For Free Download">
              <a:extLst>
                <a:ext uri="{FF2B5EF4-FFF2-40B4-BE49-F238E27FC236}">
                  <a16:creationId xmlns:a16="http://schemas.microsoft.com/office/drawing/2014/main" id="{A7441D8B-0A58-19FB-F5E0-2EC0933BF08A}"/>
                </a:ext>
              </a:extLst>
            </p:cNvPr>
            <p:cNvPicPr>
              <a:picLocks noChangeAspect="1" noChangeArrowheads="1"/>
            </p:cNvPicPr>
            <p:nvPr userDrawn="1"/>
          </p:nvPicPr>
          <p:blipFill rotWithShape="1">
            <a:blip r:embed="rId5">
              <a:biLevel thresh="25000"/>
              <a:alphaModFix amt="5000"/>
              <a:extLst>
                <a:ext uri="{28A0092B-C50C-407E-A947-70E740481C1C}">
                  <a14:useLocalDpi xmlns:a14="http://schemas.microsoft.com/office/drawing/2010/main" val="0"/>
                </a:ext>
              </a:extLst>
            </a:blip>
            <a:srcRect t="6106" r="77120" b="71014"/>
            <a:stretch/>
          </p:blipFill>
          <p:spPr bwMode="auto">
            <a:xfrm>
              <a:off x="4069544" y="1730274"/>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03" name="Picture 12" descr="Geometric Abstract Shapes Vector PNG Images, Geometric Shape, Geometric,  Shapes, Line PNG Image For Free Download">
              <a:extLst>
                <a:ext uri="{FF2B5EF4-FFF2-40B4-BE49-F238E27FC236}">
                  <a16:creationId xmlns:a16="http://schemas.microsoft.com/office/drawing/2014/main" id="{64499C0E-5B25-DFA7-3BF0-1ADA8930B3B1}"/>
                </a:ext>
              </a:extLst>
            </p:cNvPr>
            <p:cNvPicPr>
              <a:picLocks noChangeAspect="1" noChangeArrowheads="1"/>
            </p:cNvPicPr>
            <p:nvPr userDrawn="1"/>
          </p:nvPicPr>
          <p:blipFill rotWithShape="1">
            <a:blip r:embed="rId5">
              <a:biLevel thresh="25000"/>
              <a:alphaModFix amt="5000"/>
              <a:extLst>
                <a:ext uri="{28A0092B-C50C-407E-A947-70E740481C1C}">
                  <a14:useLocalDpi xmlns:a14="http://schemas.microsoft.com/office/drawing/2010/main" val="0"/>
                </a:ext>
              </a:extLst>
            </a:blip>
            <a:srcRect l="29101" t="1646" r="48019" b="75474"/>
            <a:stretch/>
          </p:blipFill>
          <p:spPr bwMode="auto">
            <a:xfrm>
              <a:off x="6701767" y="5810699"/>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05" name="Picture 12" descr="Geometric Abstract Shapes Vector PNG Images, Geometric Shape, Geometric,  Shapes, Line PNG Image For Free Download">
              <a:extLst>
                <a:ext uri="{FF2B5EF4-FFF2-40B4-BE49-F238E27FC236}">
                  <a16:creationId xmlns:a16="http://schemas.microsoft.com/office/drawing/2014/main" id="{62660B8D-0147-A7AE-C2DB-27D8A8B65BBE}"/>
                </a:ext>
              </a:extLst>
            </p:cNvPr>
            <p:cNvPicPr>
              <a:picLocks noChangeAspect="1" noChangeArrowheads="1"/>
            </p:cNvPicPr>
            <p:nvPr userDrawn="1"/>
          </p:nvPicPr>
          <p:blipFill rotWithShape="1">
            <a:blip r:embed="rId5">
              <a:biLevel thresh="25000"/>
              <a:alphaModFix amt="5000"/>
              <a:extLst>
                <a:ext uri="{28A0092B-C50C-407E-A947-70E740481C1C}">
                  <a14:useLocalDpi xmlns:a14="http://schemas.microsoft.com/office/drawing/2010/main" val="0"/>
                </a:ext>
              </a:extLst>
            </a:blip>
            <a:srcRect l="5635" t="32144" r="71485" b="44976"/>
            <a:stretch/>
          </p:blipFill>
          <p:spPr bwMode="auto">
            <a:xfrm>
              <a:off x="2560513" y="411276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06" name="Picture 12" descr="Geometric Abstract Shapes Vector PNG Images, Geometric Shape, Geometric,  Shapes, Line PNG Image For Free Download">
              <a:extLst>
                <a:ext uri="{FF2B5EF4-FFF2-40B4-BE49-F238E27FC236}">
                  <a16:creationId xmlns:a16="http://schemas.microsoft.com/office/drawing/2014/main" id="{03527535-22ED-8539-7B16-0CF5347C3A90}"/>
                </a:ext>
              </a:extLst>
            </p:cNvPr>
            <p:cNvPicPr>
              <a:picLocks noChangeAspect="1" noChangeArrowheads="1"/>
            </p:cNvPicPr>
            <p:nvPr userDrawn="1"/>
          </p:nvPicPr>
          <p:blipFill rotWithShape="1">
            <a:blip r:embed="rId5">
              <a:biLevel thresh="25000"/>
              <a:alphaModFix amt="5000"/>
              <a:extLst>
                <a:ext uri="{28A0092B-C50C-407E-A947-70E740481C1C}">
                  <a14:useLocalDpi xmlns:a14="http://schemas.microsoft.com/office/drawing/2010/main" val="0"/>
                </a:ext>
              </a:extLst>
            </a:blip>
            <a:srcRect l="55104" t="44021" r="11432" b="33099"/>
            <a:stretch/>
          </p:blipFill>
          <p:spPr bwMode="auto">
            <a:xfrm>
              <a:off x="489055" y="1754701"/>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07" name="Picture 12" descr="Geometric Abstract Shapes Vector PNG Images, Geometric Shape, Geometric,  Shapes, Line PNG Image For Free Download">
              <a:extLst>
                <a:ext uri="{FF2B5EF4-FFF2-40B4-BE49-F238E27FC236}">
                  <a16:creationId xmlns:a16="http://schemas.microsoft.com/office/drawing/2014/main" id="{392D96E9-8A64-0879-2D3D-37798FB195A3}"/>
                </a:ext>
              </a:extLst>
            </p:cNvPr>
            <p:cNvPicPr>
              <a:picLocks noChangeAspect="1" noChangeArrowheads="1"/>
            </p:cNvPicPr>
            <p:nvPr userDrawn="1"/>
          </p:nvPicPr>
          <p:blipFill rotWithShape="1">
            <a:blip r:embed="rId5">
              <a:biLevel thresh="25000"/>
              <a:alphaModFix amt="5000"/>
              <a:extLst>
                <a:ext uri="{28A0092B-C50C-407E-A947-70E740481C1C}">
                  <a14:useLocalDpi xmlns:a14="http://schemas.microsoft.com/office/drawing/2010/main" val="0"/>
                </a:ext>
              </a:extLst>
            </a:blip>
            <a:srcRect l="29101" t="1646" r="48019" b="75474"/>
            <a:stretch/>
          </p:blipFill>
          <p:spPr bwMode="auto">
            <a:xfrm>
              <a:off x="9913853" y="271205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08" name="Picture 12" descr="Geometric Abstract Shapes Vector PNG Images, Geometric Shape, Geometric,  Shapes, Line PNG Image For Free Download">
              <a:extLst>
                <a:ext uri="{FF2B5EF4-FFF2-40B4-BE49-F238E27FC236}">
                  <a16:creationId xmlns:a16="http://schemas.microsoft.com/office/drawing/2014/main" id="{301D60CF-033F-1D8F-61C2-B4199336D4B6}"/>
                </a:ext>
              </a:extLst>
            </p:cNvPr>
            <p:cNvPicPr>
              <a:picLocks noChangeAspect="1" noChangeArrowheads="1"/>
            </p:cNvPicPr>
            <p:nvPr userDrawn="1"/>
          </p:nvPicPr>
          <p:blipFill rotWithShape="1">
            <a:blip r:embed="rId5">
              <a:biLevel thresh="25000"/>
              <a:alphaModFix amt="5000"/>
              <a:extLst>
                <a:ext uri="{28A0092B-C50C-407E-A947-70E740481C1C}">
                  <a14:useLocalDpi xmlns:a14="http://schemas.microsoft.com/office/drawing/2010/main" val="0"/>
                </a:ext>
              </a:extLst>
            </a:blip>
            <a:srcRect l="5635" t="32144" r="71485" b="44976"/>
            <a:stretch/>
          </p:blipFill>
          <p:spPr bwMode="auto">
            <a:xfrm>
              <a:off x="7156690" y="236969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09" name="Picture 12" descr="Geometric Abstract Shapes Vector PNG Images, Geometric Shape, Geometric,  Shapes, Line PNG Image For Free Download">
              <a:extLst>
                <a:ext uri="{FF2B5EF4-FFF2-40B4-BE49-F238E27FC236}">
                  <a16:creationId xmlns:a16="http://schemas.microsoft.com/office/drawing/2014/main" id="{57BD762B-C204-08C9-8638-1519DDDC1C38}"/>
                </a:ext>
              </a:extLst>
            </p:cNvPr>
            <p:cNvPicPr>
              <a:picLocks noChangeAspect="1" noChangeArrowheads="1"/>
            </p:cNvPicPr>
            <p:nvPr userDrawn="1"/>
          </p:nvPicPr>
          <p:blipFill rotWithShape="1">
            <a:blip r:embed="rId5">
              <a:biLevel thresh="25000"/>
              <a:alphaModFix amt="5000"/>
              <a:extLst>
                <a:ext uri="{28A0092B-C50C-407E-A947-70E740481C1C}">
                  <a14:useLocalDpi xmlns:a14="http://schemas.microsoft.com/office/drawing/2010/main" val="0"/>
                </a:ext>
              </a:extLst>
            </a:blip>
            <a:srcRect l="67941" t="61985" r="4529" b="15135"/>
            <a:stretch/>
          </p:blipFill>
          <p:spPr bwMode="auto">
            <a:xfrm>
              <a:off x="5297988" y="4333517"/>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0" name="Picture 12" descr="Geometric Abstract Shapes Vector PNG Images, Geometric Shape, Geometric,  Shapes, Line PNG Image For Free Download">
              <a:extLst>
                <a:ext uri="{FF2B5EF4-FFF2-40B4-BE49-F238E27FC236}">
                  <a16:creationId xmlns:a16="http://schemas.microsoft.com/office/drawing/2014/main" id="{0F51B538-5CA3-E2D8-AEF9-2212CC860262}"/>
                </a:ext>
              </a:extLst>
            </p:cNvPr>
            <p:cNvPicPr>
              <a:picLocks noChangeAspect="1" noChangeArrowheads="1"/>
            </p:cNvPicPr>
            <p:nvPr userDrawn="1"/>
          </p:nvPicPr>
          <p:blipFill rotWithShape="1">
            <a:blip r:embed="rId5">
              <a:biLevel thresh="25000"/>
              <a:alphaModFix amt="5000"/>
              <a:extLst>
                <a:ext uri="{28A0092B-C50C-407E-A947-70E740481C1C}">
                  <a14:useLocalDpi xmlns:a14="http://schemas.microsoft.com/office/drawing/2010/main" val="0"/>
                </a:ext>
              </a:extLst>
            </a:blip>
            <a:srcRect l="55104" t="44021" r="11432" b="33099"/>
            <a:stretch/>
          </p:blipFill>
          <p:spPr bwMode="auto">
            <a:xfrm>
              <a:off x="8427406" y="1194495"/>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1" name="Picture 12" descr="Geometric Abstract Shapes Vector PNG Images, Geometric Shape, Geometric,  Shapes, Line PNG Image For Free Download">
              <a:extLst>
                <a:ext uri="{FF2B5EF4-FFF2-40B4-BE49-F238E27FC236}">
                  <a16:creationId xmlns:a16="http://schemas.microsoft.com/office/drawing/2014/main" id="{4205D912-E0CB-2A83-56D1-F7957BAE6CCC}"/>
                </a:ext>
              </a:extLst>
            </p:cNvPr>
            <p:cNvPicPr>
              <a:picLocks noChangeAspect="1" noChangeArrowheads="1"/>
            </p:cNvPicPr>
            <p:nvPr userDrawn="1"/>
          </p:nvPicPr>
          <p:blipFill rotWithShape="1">
            <a:blip r:embed="rId5">
              <a:biLevel thresh="25000"/>
              <a:alphaModFix amt="5000"/>
              <a:extLst>
                <a:ext uri="{28A0092B-C50C-407E-A947-70E740481C1C}">
                  <a14:useLocalDpi xmlns:a14="http://schemas.microsoft.com/office/drawing/2010/main" val="0"/>
                </a:ext>
              </a:extLst>
            </a:blip>
            <a:srcRect l="67941" t="61985" r="4529" b="15135"/>
            <a:stretch/>
          </p:blipFill>
          <p:spPr bwMode="auto">
            <a:xfrm>
              <a:off x="8719037" y="4903250"/>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2" name="Picture 12" descr="Geometric Abstract Shapes Vector PNG Images, Geometric Shape, Geometric,  Shapes, Line PNG Image For Free Download">
              <a:extLst>
                <a:ext uri="{FF2B5EF4-FFF2-40B4-BE49-F238E27FC236}">
                  <a16:creationId xmlns:a16="http://schemas.microsoft.com/office/drawing/2014/main" id="{9ABEC6B6-5F4B-2EA6-A409-19F91C2901C0}"/>
                </a:ext>
              </a:extLst>
            </p:cNvPr>
            <p:cNvPicPr>
              <a:picLocks noChangeAspect="1" noChangeArrowheads="1"/>
            </p:cNvPicPr>
            <p:nvPr userDrawn="1"/>
          </p:nvPicPr>
          <p:blipFill rotWithShape="1">
            <a:blip r:embed="rId5">
              <a:biLevel thresh="25000"/>
              <a:alphaModFix amt="5000"/>
              <a:extLst>
                <a:ext uri="{28A0092B-C50C-407E-A947-70E740481C1C}">
                  <a14:useLocalDpi xmlns:a14="http://schemas.microsoft.com/office/drawing/2010/main" val="0"/>
                </a:ext>
              </a:extLst>
            </a:blip>
            <a:srcRect l="29101" t="1646" r="48019" b="75474"/>
            <a:stretch/>
          </p:blipFill>
          <p:spPr bwMode="auto">
            <a:xfrm>
              <a:off x="4946076" y="2992647"/>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3" name="Picture 12" descr="Geometric Abstract Shapes Vector PNG Images, Geometric Shape, Geometric,  Shapes, Line PNG Image For Free Download">
              <a:extLst>
                <a:ext uri="{FF2B5EF4-FFF2-40B4-BE49-F238E27FC236}">
                  <a16:creationId xmlns:a16="http://schemas.microsoft.com/office/drawing/2014/main" id="{B3F15070-1191-9EAF-E085-52C88E9F89CD}"/>
                </a:ext>
              </a:extLst>
            </p:cNvPr>
            <p:cNvPicPr>
              <a:picLocks noChangeAspect="1" noChangeArrowheads="1"/>
            </p:cNvPicPr>
            <p:nvPr userDrawn="1"/>
          </p:nvPicPr>
          <p:blipFill rotWithShape="1">
            <a:blip r:embed="rId5">
              <a:biLevel thresh="25000"/>
              <a:alphaModFix amt="5000"/>
              <a:extLst>
                <a:ext uri="{28A0092B-C50C-407E-A947-70E740481C1C}">
                  <a14:useLocalDpi xmlns:a14="http://schemas.microsoft.com/office/drawing/2010/main" val="0"/>
                </a:ext>
              </a:extLst>
            </a:blip>
            <a:srcRect t="6106" r="77120" b="71014"/>
            <a:stretch/>
          </p:blipFill>
          <p:spPr bwMode="auto">
            <a:xfrm>
              <a:off x="524906" y="509553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4" name="Picture 12" descr="Geometric Abstract Shapes Vector PNG Images, Geometric Shape, Geometric,  Shapes, Line PNG Image For Free Download">
              <a:extLst>
                <a:ext uri="{FF2B5EF4-FFF2-40B4-BE49-F238E27FC236}">
                  <a16:creationId xmlns:a16="http://schemas.microsoft.com/office/drawing/2014/main" id="{7544368E-82E6-63D3-A0D0-653CAEF1E715}"/>
                </a:ext>
              </a:extLst>
            </p:cNvPr>
            <p:cNvPicPr>
              <a:picLocks noChangeAspect="1" noChangeArrowheads="1"/>
            </p:cNvPicPr>
            <p:nvPr userDrawn="1"/>
          </p:nvPicPr>
          <p:blipFill rotWithShape="1">
            <a:blip r:embed="rId5">
              <a:biLevel thresh="25000"/>
              <a:alphaModFix amt="5000"/>
              <a:extLst>
                <a:ext uri="{28A0092B-C50C-407E-A947-70E740481C1C}">
                  <a14:useLocalDpi xmlns:a14="http://schemas.microsoft.com/office/drawing/2010/main" val="0"/>
                </a:ext>
              </a:extLst>
            </a:blip>
            <a:srcRect l="55104" t="44021" r="11432" b="33099"/>
            <a:stretch/>
          </p:blipFill>
          <p:spPr bwMode="auto">
            <a:xfrm>
              <a:off x="8547640" y="5420083"/>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5" name="Picture 12" descr="Geometric Abstract Shapes Vector PNG Images, Geometric Shape, Geometric,  Shapes, Line PNG Image For Free Download">
              <a:extLst>
                <a:ext uri="{FF2B5EF4-FFF2-40B4-BE49-F238E27FC236}">
                  <a16:creationId xmlns:a16="http://schemas.microsoft.com/office/drawing/2014/main" id="{80D23E49-2470-7FDA-27B3-522A3D070A27}"/>
                </a:ext>
              </a:extLst>
            </p:cNvPr>
            <p:cNvPicPr>
              <a:picLocks noChangeAspect="1" noChangeArrowheads="1"/>
            </p:cNvPicPr>
            <p:nvPr userDrawn="1"/>
          </p:nvPicPr>
          <p:blipFill rotWithShape="1">
            <a:blip r:embed="rId5">
              <a:biLevel thresh="25000"/>
              <a:alphaModFix amt="5000"/>
              <a:extLst>
                <a:ext uri="{28A0092B-C50C-407E-A947-70E740481C1C}">
                  <a14:useLocalDpi xmlns:a14="http://schemas.microsoft.com/office/drawing/2010/main" val="0"/>
                </a:ext>
              </a:extLst>
            </a:blip>
            <a:srcRect l="67941" t="61985" r="4529" b="15135"/>
            <a:stretch/>
          </p:blipFill>
          <p:spPr bwMode="auto">
            <a:xfrm>
              <a:off x="2000086" y="914244"/>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6" name="Picture 12" descr="Geometric Abstract Shapes Vector PNG Images, Geometric Shape, Geometric,  Shapes, Line PNG Image For Free Download">
              <a:extLst>
                <a:ext uri="{FF2B5EF4-FFF2-40B4-BE49-F238E27FC236}">
                  <a16:creationId xmlns:a16="http://schemas.microsoft.com/office/drawing/2014/main" id="{19F63876-6F02-61B8-027A-3DA41FAE3D48}"/>
                </a:ext>
              </a:extLst>
            </p:cNvPr>
            <p:cNvPicPr>
              <a:picLocks noChangeAspect="1" noChangeArrowheads="1"/>
            </p:cNvPicPr>
            <p:nvPr userDrawn="1"/>
          </p:nvPicPr>
          <p:blipFill rotWithShape="1">
            <a:blip r:embed="rId5">
              <a:biLevel thresh="25000"/>
              <a:alphaModFix amt="5000"/>
              <a:extLst>
                <a:ext uri="{28A0092B-C50C-407E-A947-70E740481C1C}">
                  <a14:useLocalDpi xmlns:a14="http://schemas.microsoft.com/office/drawing/2010/main" val="0"/>
                </a:ext>
              </a:extLst>
            </a:blip>
            <a:srcRect l="67941" t="61985" r="4529" b="15135"/>
            <a:stretch/>
          </p:blipFill>
          <p:spPr bwMode="auto">
            <a:xfrm>
              <a:off x="9543811" y="1761186"/>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7" name="Picture 12" descr="Geometric Abstract Shapes Vector PNG Images, Geometric Shape, Geometric,  Shapes, Line PNG Image For Free Download">
              <a:extLst>
                <a:ext uri="{FF2B5EF4-FFF2-40B4-BE49-F238E27FC236}">
                  <a16:creationId xmlns:a16="http://schemas.microsoft.com/office/drawing/2014/main" id="{8211E1D1-DAB6-3006-023F-A7036481263D}"/>
                </a:ext>
              </a:extLst>
            </p:cNvPr>
            <p:cNvPicPr>
              <a:picLocks noChangeAspect="1" noChangeArrowheads="1"/>
            </p:cNvPicPr>
            <p:nvPr userDrawn="1"/>
          </p:nvPicPr>
          <p:blipFill rotWithShape="1">
            <a:blip r:embed="rId5">
              <a:biLevel thresh="25000"/>
              <a:alphaModFix amt="5000"/>
              <a:extLst>
                <a:ext uri="{28A0092B-C50C-407E-A947-70E740481C1C}">
                  <a14:useLocalDpi xmlns:a14="http://schemas.microsoft.com/office/drawing/2010/main" val="0"/>
                </a:ext>
              </a:extLst>
            </a:blip>
            <a:srcRect l="29101" t="1646" r="48019" b="75474"/>
            <a:stretch/>
          </p:blipFill>
          <p:spPr bwMode="auto">
            <a:xfrm>
              <a:off x="5919214" y="565240"/>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8" name="Picture 12" descr="Geometric Abstract Shapes Vector PNG Images, Geometric Shape, Geometric,  Shapes, Line PNG Image For Free Download">
              <a:extLst>
                <a:ext uri="{FF2B5EF4-FFF2-40B4-BE49-F238E27FC236}">
                  <a16:creationId xmlns:a16="http://schemas.microsoft.com/office/drawing/2014/main" id="{E332AE41-DE54-00AB-1F67-C74C9B273AFA}"/>
                </a:ext>
              </a:extLst>
            </p:cNvPr>
            <p:cNvPicPr>
              <a:picLocks noChangeAspect="1" noChangeArrowheads="1"/>
            </p:cNvPicPr>
            <p:nvPr userDrawn="1"/>
          </p:nvPicPr>
          <p:blipFill rotWithShape="1">
            <a:blip r:embed="rId5">
              <a:biLevel thresh="25000"/>
              <a:alphaModFix amt="5000"/>
              <a:extLst>
                <a:ext uri="{28A0092B-C50C-407E-A947-70E740481C1C}">
                  <a14:useLocalDpi xmlns:a14="http://schemas.microsoft.com/office/drawing/2010/main" val="0"/>
                </a:ext>
              </a:extLst>
            </a:blip>
            <a:srcRect l="5635" t="32144" r="71485" b="44976"/>
            <a:stretch/>
          </p:blipFill>
          <p:spPr bwMode="auto">
            <a:xfrm>
              <a:off x="1925437" y="5786616"/>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9" name="Picture 12" descr="Geometric Abstract Shapes Vector PNG Images, Geometric Shape, Geometric,  Shapes, Line PNG Image For Free Download">
              <a:extLst>
                <a:ext uri="{FF2B5EF4-FFF2-40B4-BE49-F238E27FC236}">
                  <a16:creationId xmlns:a16="http://schemas.microsoft.com/office/drawing/2014/main" id="{1F7E6F3F-CE48-9EA0-B0DA-87DB0CD201DB}"/>
                </a:ext>
              </a:extLst>
            </p:cNvPr>
            <p:cNvPicPr>
              <a:picLocks noChangeAspect="1" noChangeArrowheads="1"/>
            </p:cNvPicPr>
            <p:nvPr userDrawn="1"/>
          </p:nvPicPr>
          <p:blipFill rotWithShape="1">
            <a:blip r:embed="rId5">
              <a:biLevel thresh="25000"/>
              <a:alphaModFix amt="5000"/>
              <a:extLst>
                <a:ext uri="{28A0092B-C50C-407E-A947-70E740481C1C}">
                  <a14:useLocalDpi xmlns:a14="http://schemas.microsoft.com/office/drawing/2010/main" val="0"/>
                </a:ext>
              </a:extLst>
            </a:blip>
            <a:srcRect l="5635" t="32144" r="71485" b="44976"/>
            <a:stretch/>
          </p:blipFill>
          <p:spPr bwMode="auto">
            <a:xfrm>
              <a:off x="-254928" y="608531"/>
              <a:ext cx="883366" cy="883366"/>
            </a:xfrm>
            <a:prstGeom prst="ellipse">
              <a:avLst/>
            </a:prstGeom>
            <a:noFill/>
            <a:extLst>
              <a:ext uri="{909E8E84-426E-40DD-AFC4-6F175D3DCCD1}">
                <a14:hiddenFill xmlns:a14="http://schemas.microsoft.com/office/drawing/2010/main">
                  <a:solidFill>
                    <a:srgbClr val="FFFFFF"/>
                  </a:solidFill>
                </a14:hiddenFill>
              </a:ext>
            </a:extLst>
          </p:spPr>
        </p:pic>
      </p:grpSp>
      <p:sp>
        <p:nvSpPr>
          <p:cNvPr id="4" name="Text Placeholder 3">
            <a:extLst>
              <a:ext uri="{FF2B5EF4-FFF2-40B4-BE49-F238E27FC236}">
                <a16:creationId xmlns:a16="http://schemas.microsoft.com/office/drawing/2014/main" id="{5B4AE2E9-3828-C057-6425-1FA36A465FA5}"/>
              </a:ext>
            </a:extLst>
          </p:cNvPr>
          <p:cNvSpPr>
            <a:spLocks noGrp="1"/>
          </p:cNvSpPr>
          <p:nvPr>
            <p:ph type="body" sz="quarter" idx="10"/>
          </p:nvPr>
        </p:nvSpPr>
        <p:spPr>
          <a:xfrm>
            <a:off x="655637" y="1684338"/>
            <a:ext cx="10952623" cy="48942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DDCB4AFB-8290-AA3D-E10E-6D55800C278E}"/>
              </a:ext>
            </a:extLst>
          </p:cNvPr>
          <p:cNvSpPr>
            <a:spLocks noGrp="1"/>
          </p:cNvSpPr>
          <p:nvPr>
            <p:ph type="title"/>
          </p:nvPr>
        </p:nvSpPr>
        <p:spPr>
          <a:xfrm>
            <a:off x="655637" y="222322"/>
            <a:ext cx="7302407" cy="1047679"/>
          </a:xfrm>
        </p:spPr>
        <p:txBody>
          <a:bodyPr>
            <a:noAutofit/>
          </a:bodyPr>
          <a:lstStyle>
            <a:lvl1pPr>
              <a:defRPr sz="3200" b="1">
                <a:solidFill>
                  <a:schemeClr val="bg1"/>
                </a:solidFill>
                <a:latin typeface="Arial Black" panose="020B0A04020102020204" pitchFamily="34" charset="0"/>
                <a:ea typeface="Roboto Black" panose="02000000000000000000" pitchFamily="2" charset="0"/>
              </a:defRPr>
            </a:lvl1pPr>
          </a:lstStyle>
          <a:p>
            <a:r>
              <a:rPr lang="en-US" dirty="0"/>
              <a:t>Click to edit Master title style</a:t>
            </a:r>
          </a:p>
        </p:txBody>
      </p:sp>
      <p:sp>
        <p:nvSpPr>
          <p:cNvPr id="3" name="Google Shape;82;p24">
            <a:extLst>
              <a:ext uri="{FF2B5EF4-FFF2-40B4-BE49-F238E27FC236}">
                <a16:creationId xmlns:a16="http://schemas.microsoft.com/office/drawing/2014/main" id="{5217E10A-CA63-7A57-03CB-9061CD99B1F2}"/>
              </a:ext>
            </a:extLst>
          </p:cNvPr>
          <p:cNvSpPr txBox="1"/>
          <p:nvPr userDrawn="1"/>
        </p:nvSpPr>
        <p:spPr>
          <a:xfrm>
            <a:off x="583739" y="6578600"/>
            <a:ext cx="5107489" cy="2462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rgbClr val="A5A5A5"/>
                </a:solidFill>
                <a:latin typeface="Arial"/>
                <a:ea typeface="Arial"/>
                <a:cs typeface="Arial"/>
                <a:sym typeface="Arial"/>
              </a:rPr>
              <a:t>Md. Shakil - Assessor &amp; Trainer - National Skill Development Authority (NSDA)</a:t>
            </a:r>
            <a:endParaRPr dirty="0"/>
          </a:p>
        </p:txBody>
      </p:sp>
    </p:spTree>
    <p:extLst>
      <p:ext uri="{BB962C8B-B14F-4D97-AF65-F5344CB8AC3E}">
        <p14:creationId xmlns:p14="http://schemas.microsoft.com/office/powerpoint/2010/main" val="698341741"/>
      </p:ext>
    </p:extLst>
  </p:cSld>
  <p:clrMapOvr>
    <a:overrideClrMapping bg1="lt1" tx1="dk1" bg2="lt2" tx2="dk2" accent1="accent1" accent2="accent2" accent3="accent3" accent4="accent4" accent5="accent5" accent6="accent6" hlink="hlink" folHlink="folHlink"/>
  </p:clrMapOvr>
  <p:transition>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Content Slide without Title">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2F6B822-4878-CE66-7914-B9E9D84C36D3}"/>
              </a:ext>
            </a:extLst>
          </p:cNvPr>
          <p:cNvSpPr/>
          <p:nvPr userDrawn="1"/>
        </p:nvSpPr>
        <p:spPr>
          <a:xfrm>
            <a:off x="0" y="0"/>
            <a:ext cx="12192000" cy="6858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Rectangle: Single Corner Rounded 25">
            <a:extLst>
              <a:ext uri="{FF2B5EF4-FFF2-40B4-BE49-F238E27FC236}">
                <a16:creationId xmlns:a16="http://schemas.microsoft.com/office/drawing/2014/main" id="{F7D579D1-CC19-5325-72BE-FE4596D337A2}"/>
              </a:ext>
            </a:extLst>
          </p:cNvPr>
          <p:cNvSpPr/>
          <p:nvPr userDrawn="1"/>
        </p:nvSpPr>
        <p:spPr>
          <a:xfrm flipH="1">
            <a:off x="11766550" y="4476750"/>
            <a:ext cx="425450" cy="2381250"/>
          </a:xfrm>
          <a:prstGeom prst="round1Rect">
            <a:avLst>
              <a:gd name="adj" fmla="val 50000"/>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058A3CB3-4581-A09E-32A6-394F7A573927}"/>
              </a:ext>
            </a:extLst>
          </p:cNvPr>
          <p:cNvGrpSpPr/>
          <p:nvPr userDrawn="1"/>
        </p:nvGrpSpPr>
        <p:grpSpPr>
          <a:xfrm>
            <a:off x="100178" y="4970403"/>
            <a:ext cx="467480" cy="1083963"/>
            <a:chOff x="1942404" y="4200954"/>
            <a:chExt cx="467480" cy="1083963"/>
          </a:xfrm>
        </p:grpSpPr>
        <p:pic>
          <p:nvPicPr>
            <p:cNvPr id="7" name="Picture 4" descr="Python Logo PNG Transparent – Brands Logos">
              <a:extLst>
                <a:ext uri="{FF2B5EF4-FFF2-40B4-BE49-F238E27FC236}">
                  <a16:creationId xmlns:a16="http://schemas.microsoft.com/office/drawing/2014/main" id="{ACBEDCC2-030A-070F-7FD7-1CF4E1F41B4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950885" y="4827717"/>
              <a:ext cx="458999" cy="4572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Django Icon #266158 - Free Icons Library">
              <a:extLst>
                <a:ext uri="{FF2B5EF4-FFF2-40B4-BE49-F238E27FC236}">
                  <a16:creationId xmlns:a16="http://schemas.microsoft.com/office/drawing/2014/main" id="{8523BCE1-36FE-F100-F6D2-D0D5BE1F5F05}"/>
                </a:ext>
              </a:extLst>
            </p:cNvPr>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3957" t="3918" r="4003" b="4265"/>
            <a:stretch/>
          </p:blipFill>
          <p:spPr bwMode="auto">
            <a:xfrm>
              <a:off x="1942404" y="4200954"/>
              <a:ext cx="458318" cy="4572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097" name="Group 4096">
            <a:extLst>
              <a:ext uri="{FF2B5EF4-FFF2-40B4-BE49-F238E27FC236}">
                <a16:creationId xmlns:a16="http://schemas.microsoft.com/office/drawing/2014/main" id="{03245A72-678A-458C-04E8-FFFECEBCFF08}"/>
              </a:ext>
            </a:extLst>
          </p:cNvPr>
          <p:cNvGrpSpPr/>
          <p:nvPr userDrawn="1"/>
        </p:nvGrpSpPr>
        <p:grpSpPr>
          <a:xfrm>
            <a:off x="430466" y="206661"/>
            <a:ext cx="11052147" cy="6128825"/>
            <a:chOff x="-254928" y="565240"/>
            <a:chExt cx="11052147" cy="6128825"/>
          </a:xfrm>
        </p:grpSpPr>
        <p:pic>
          <p:nvPicPr>
            <p:cNvPr id="4098" name="Picture 12" descr="Geometric Abstract Shapes Vector PNG Images, Geometric Shape, Geometric,  Shapes, Line PNG Image For Free Download">
              <a:extLst>
                <a:ext uri="{FF2B5EF4-FFF2-40B4-BE49-F238E27FC236}">
                  <a16:creationId xmlns:a16="http://schemas.microsoft.com/office/drawing/2014/main" id="{3813B801-927E-41EF-E02A-C398474DF08D}"/>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t="6106" r="77120" b="71014"/>
            <a:stretch/>
          </p:blipFill>
          <p:spPr bwMode="auto">
            <a:xfrm>
              <a:off x="4069544" y="1730274"/>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099" name="Picture 12" descr="Geometric Abstract Shapes Vector PNG Images, Geometric Shape, Geometric,  Shapes, Line PNG Image For Free Download">
              <a:extLst>
                <a:ext uri="{FF2B5EF4-FFF2-40B4-BE49-F238E27FC236}">
                  <a16:creationId xmlns:a16="http://schemas.microsoft.com/office/drawing/2014/main" id="{24768EDF-C4F7-EE70-2452-DA34FAD43A47}"/>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29101" t="1646" r="48019" b="75474"/>
            <a:stretch/>
          </p:blipFill>
          <p:spPr bwMode="auto">
            <a:xfrm>
              <a:off x="6701767" y="5810699"/>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01" name="Picture 12" descr="Geometric Abstract Shapes Vector PNG Images, Geometric Shape, Geometric,  Shapes, Line PNG Image For Free Download">
              <a:extLst>
                <a:ext uri="{FF2B5EF4-FFF2-40B4-BE49-F238E27FC236}">
                  <a16:creationId xmlns:a16="http://schemas.microsoft.com/office/drawing/2014/main" id="{71F19D82-B836-AEB3-199F-964897E06B59}"/>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5635" t="32144" r="71485" b="44976"/>
            <a:stretch/>
          </p:blipFill>
          <p:spPr bwMode="auto">
            <a:xfrm>
              <a:off x="2560513" y="411276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03" name="Picture 12" descr="Geometric Abstract Shapes Vector PNG Images, Geometric Shape, Geometric,  Shapes, Line PNG Image For Free Download">
              <a:extLst>
                <a:ext uri="{FF2B5EF4-FFF2-40B4-BE49-F238E27FC236}">
                  <a16:creationId xmlns:a16="http://schemas.microsoft.com/office/drawing/2014/main" id="{FD534662-92A1-EF8A-2498-E0A9CE0C766D}"/>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55104" t="44021" r="11432" b="33099"/>
            <a:stretch/>
          </p:blipFill>
          <p:spPr bwMode="auto">
            <a:xfrm>
              <a:off x="489055" y="1754701"/>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05" name="Picture 12" descr="Geometric Abstract Shapes Vector PNG Images, Geometric Shape, Geometric,  Shapes, Line PNG Image For Free Download">
              <a:extLst>
                <a:ext uri="{FF2B5EF4-FFF2-40B4-BE49-F238E27FC236}">
                  <a16:creationId xmlns:a16="http://schemas.microsoft.com/office/drawing/2014/main" id="{D7442E89-295C-84D6-CF2C-E9F77F887B57}"/>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29101" t="1646" r="48019" b="75474"/>
            <a:stretch/>
          </p:blipFill>
          <p:spPr bwMode="auto">
            <a:xfrm>
              <a:off x="9913853" y="271205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06" name="Picture 12" descr="Geometric Abstract Shapes Vector PNG Images, Geometric Shape, Geometric,  Shapes, Line PNG Image For Free Download">
              <a:extLst>
                <a:ext uri="{FF2B5EF4-FFF2-40B4-BE49-F238E27FC236}">
                  <a16:creationId xmlns:a16="http://schemas.microsoft.com/office/drawing/2014/main" id="{F0B096B7-93D7-04DD-85B3-ED370A1B7F32}"/>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5635" t="32144" r="71485" b="44976"/>
            <a:stretch/>
          </p:blipFill>
          <p:spPr bwMode="auto">
            <a:xfrm>
              <a:off x="7156690" y="236969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07" name="Picture 12" descr="Geometric Abstract Shapes Vector PNG Images, Geometric Shape, Geometric,  Shapes, Line PNG Image For Free Download">
              <a:extLst>
                <a:ext uri="{FF2B5EF4-FFF2-40B4-BE49-F238E27FC236}">
                  <a16:creationId xmlns:a16="http://schemas.microsoft.com/office/drawing/2014/main" id="{D04253CE-6429-6222-0EB5-262CC0CA20FA}"/>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67941" t="61985" r="4529" b="15135"/>
            <a:stretch/>
          </p:blipFill>
          <p:spPr bwMode="auto">
            <a:xfrm>
              <a:off x="5297988" y="4333517"/>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08" name="Picture 12" descr="Geometric Abstract Shapes Vector PNG Images, Geometric Shape, Geometric,  Shapes, Line PNG Image For Free Download">
              <a:extLst>
                <a:ext uri="{FF2B5EF4-FFF2-40B4-BE49-F238E27FC236}">
                  <a16:creationId xmlns:a16="http://schemas.microsoft.com/office/drawing/2014/main" id="{D99EFC06-ECCA-24D3-6B58-669DB109E7A2}"/>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55104" t="44021" r="11432" b="33099"/>
            <a:stretch/>
          </p:blipFill>
          <p:spPr bwMode="auto">
            <a:xfrm>
              <a:off x="8427406" y="1194495"/>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09" name="Picture 12" descr="Geometric Abstract Shapes Vector PNG Images, Geometric Shape, Geometric,  Shapes, Line PNG Image For Free Download">
              <a:extLst>
                <a:ext uri="{FF2B5EF4-FFF2-40B4-BE49-F238E27FC236}">
                  <a16:creationId xmlns:a16="http://schemas.microsoft.com/office/drawing/2014/main" id="{4B5714F2-44F7-8A13-FFC2-96636CF4816B}"/>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67941" t="61985" r="4529" b="15135"/>
            <a:stretch/>
          </p:blipFill>
          <p:spPr bwMode="auto">
            <a:xfrm>
              <a:off x="8719037" y="4903250"/>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0" name="Picture 12" descr="Geometric Abstract Shapes Vector PNG Images, Geometric Shape, Geometric,  Shapes, Line PNG Image For Free Download">
              <a:extLst>
                <a:ext uri="{FF2B5EF4-FFF2-40B4-BE49-F238E27FC236}">
                  <a16:creationId xmlns:a16="http://schemas.microsoft.com/office/drawing/2014/main" id="{53E2BE3A-9459-8B43-3B96-94255A2A8CC8}"/>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29101" t="1646" r="48019" b="75474"/>
            <a:stretch/>
          </p:blipFill>
          <p:spPr bwMode="auto">
            <a:xfrm>
              <a:off x="4946076" y="2992647"/>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1" name="Picture 12" descr="Geometric Abstract Shapes Vector PNG Images, Geometric Shape, Geometric,  Shapes, Line PNG Image For Free Download">
              <a:extLst>
                <a:ext uri="{FF2B5EF4-FFF2-40B4-BE49-F238E27FC236}">
                  <a16:creationId xmlns:a16="http://schemas.microsoft.com/office/drawing/2014/main" id="{F922DF5F-0D6F-72C2-006D-8A06723FCD13}"/>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t="6106" r="77120" b="71014"/>
            <a:stretch/>
          </p:blipFill>
          <p:spPr bwMode="auto">
            <a:xfrm>
              <a:off x="524906" y="509553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2" name="Picture 12" descr="Geometric Abstract Shapes Vector PNG Images, Geometric Shape, Geometric,  Shapes, Line PNG Image For Free Download">
              <a:extLst>
                <a:ext uri="{FF2B5EF4-FFF2-40B4-BE49-F238E27FC236}">
                  <a16:creationId xmlns:a16="http://schemas.microsoft.com/office/drawing/2014/main" id="{442A20B5-85A2-B92C-666F-0F03F69A073A}"/>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55104" t="44021" r="11432" b="33099"/>
            <a:stretch/>
          </p:blipFill>
          <p:spPr bwMode="auto">
            <a:xfrm>
              <a:off x="8547640" y="5420083"/>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3" name="Picture 12" descr="Geometric Abstract Shapes Vector PNG Images, Geometric Shape, Geometric,  Shapes, Line PNG Image For Free Download">
              <a:extLst>
                <a:ext uri="{FF2B5EF4-FFF2-40B4-BE49-F238E27FC236}">
                  <a16:creationId xmlns:a16="http://schemas.microsoft.com/office/drawing/2014/main" id="{E4219F12-99D3-9621-34F2-540A9AD61CA0}"/>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67941" t="61985" r="4529" b="15135"/>
            <a:stretch/>
          </p:blipFill>
          <p:spPr bwMode="auto">
            <a:xfrm>
              <a:off x="2000086" y="914244"/>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4" name="Picture 12" descr="Geometric Abstract Shapes Vector PNG Images, Geometric Shape, Geometric,  Shapes, Line PNG Image For Free Download">
              <a:extLst>
                <a:ext uri="{FF2B5EF4-FFF2-40B4-BE49-F238E27FC236}">
                  <a16:creationId xmlns:a16="http://schemas.microsoft.com/office/drawing/2014/main" id="{740E4C70-DA73-269B-37B0-476783D4BD6C}"/>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67941" t="61985" r="4529" b="15135"/>
            <a:stretch/>
          </p:blipFill>
          <p:spPr bwMode="auto">
            <a:xfrm>
              <a:off x="9543811" y="1761186"/>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5" name="Picture 12" descr="Geometric Abstract Shapes Vector PNG Images, Geometric Shape, Geometric,  Shapes, Line PNG Image For Free Download">
              <a:extLst>
                <a:ext uri="{FF2B5EF4-FFF2-40B4-BE49-F238E27FC236}">
                  <a16:creationId xmlns:a16="http://schemas.microsoft.com/office/drawing/2014/main" id="{76C7E3F3-66B5-F596-12C8-C3C50F072420}"/>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29101" t="1646" r="48019" b="75474"/>
            <a:stretch/>
          </p:blipFill>
          <p:spPr bwMode="auto">
            <a:xfrm>
              <a:off x="5919214" y="565240"/>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6" name="Picture 12" descr="Geometric Abstract Shapes Vector PNG Images, Geometric Shape, Geometric,  Shapes, Line PNG Image For Free Download">
              <a:extLst>
                <a:ext uri="{FF2B5EF4-FFF2-40B4-BE49-F238E27FC236}">
                  <a16:creationId xmlns:a16="http://schemas.microsoft.com/office/drawing/2014/main" id="{16AB8705-8B3D-C217-A81C-5F9CF63A029C}"/>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5635" t="32144" r="71485" b="44976"/>
            <a:stretch/>
          </p:blipFill>
          <p:spPr bwMode="auto">
            <a:xfrm>
              <a:off x="1925437" y="5786616"/>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17" name="Picture 12" descr="Geometric Abstract Shapes Vector PNG Images, Geometric Shape, Geometric,  Shapes, Line PNG Image For Free Download">
              <a:extLst>
                <a:ext uri="{FF2B5EF4-FFF2-40B4-BE49-F238E27FC236}">
                  <a16:creationId xmlns:a16="http://schemas.microsoft.com/office/drawing/2014/main" id="{D2F325EA-8E70-A44B-4B9E-042862856212}"/>
                </a:ext>
              </a:extLst>
            </p:cNvPr>
            <p:cNvPicPr>
              <a:picLocks noChangeAspect="1" noChangeArrowheads="1"/>
            </p:cNvPicPr>
            <p:nvPr userDrawn="1"/>
          </p:nvPicPr>
          <p:blipFill rotWithShape="1">
            <a:blip r:embed="rId4">
              <a:biLevel thresh="25000"/>
              <a:alphaModFix amt="5000"/>
              <a:extLst>
                <a:ext uri="{28A0092B-C50C-407E-A947-70E740481C1C}">
                  <a14:useLocalDpi xmlns:a14="http://schemas.microsoft.com/office/drawing/2010/main" val="0"/>
                </a:ext>
              </a:extLst>
            </a:blip>
            <a:srcRect l="5635" t="32144" r="71485" b="44976"/>
            <a:stretch/>
          </p:blipFill>
          <p:spPr bwMode="auto">
            <a:xfrm>
              <a:off x="-254928" y="608531"/>
              <a:ext cx="883366" cy="883366"/>
            </a:xfrm>
            <a:prstGeom prst="ellipse">
              <a:avLst/>
            </a:prstGeom>
            <a:noFill/>
            <a:extLst>
              <a:ext uri="{909E8E84-426E-40DD-AFC4-6F175D3DCCD1}">
                <a14:hiddenFill xmlns:a14="http://schemas.microsoft.com/office/drawing/2010/main">
                  <a:solidFill>
                    <a:srgbClr val="FFFFFF"/>
                  </a:solidFill>
                </a14:hiddenFill>
              </a:ext>
            </a:extLst>
          </p:spPr>
        </p:pic>
      </p:grpSp>
      <p:sp>
        <p:nvSpPr>
          <p:cNvPr id="4096" name="Text Placeholder 3">
            <a:extLst>
              <a:ext uri="{FF2B5EF4-FFF2-40B4-BE49-F238E27FC236}">
                <a16:creationId xmlns:a16="http://schemas.microsoft.com/office/drawing/2014/main" id="{B56125E8-88A8-608F-3323-4FDE51F0393C}"/>
              </a:ext>
            </a:extLst>
          </p:cNvPr>
          <p:cNvSpPr>
            <a:spLocks noGrp="1"/>
          </p:cNvSpPr>
          <p:nvPr>
            <p:ph type="body" sz="quarter" idx="10"/>
          </p:nvPr>
        </p:nvSpPr>
        <p:spPr>
          <a:xfrm>
            <a:off x="655637" y="1684338"/>
            <a:ext cx="10952623" cy="48942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Google Shape;82;p24">
            <a:extLst>
              <a:ext uri="{FF2B5EF4-FFF2-40B4-BE49-F238E27FC236}">
                <a16:creationId xmlns:a16="http://schemas.microsoft.com/office/drawing/2014/main" id="{61FC9036-995B-EA9F-9472-E98C0D17A70C}"/>
              </a:ext>
            </a:extLst>
          </p:cNvPr>
          <p:cNvSpPr txBox="1"/>
          <p:nvPr userDrawn="1"/>
        </p:nvSpPr>
        <p:spPr>
          <a:xfrm>
            <a:off x="583739" y="6578600"/>
            <a:ext cx="5107489" cy="2462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rgbClr val="A5A5A5"/>
                </a:solidFill>
                <a:latin typeface="Arial"/>
                <a:ea typeface="Arial"/>
                <a:cs typeface="Arial"/>
                <a:sym typeface="Arial"/>
              </a:rPr>
              <a:t>Md. Shakil - Assessor &amp; Trainer - National Skill Development Authority (NSDA)</a:t>
            </a:r>
            <a:endParaRPr dirty="0"/>
          </a:p>
        </p:txBody>
      </p:sp>
    </p:spTree>
    <p:extLst>
      <p:ext uri="{BB962C8B-B14F-4D97-AF65-F5344CB8AC3E}">
        <p14:creationId xmlns:p14="http://schemas.microsoft.com/office/powerpoint/2010/main" val="2593496106"/>
      </p:ext>
    </p:extLst>
  </p:cSld>
  <p:clrMapOvr>
    <a:overrideClrMapping bg1="lt1" tx1="dk1" bg2="lt2" tx2="dk2" accent1="accent1" accent2="accent2" accent3="accent3" accent4="accent4" accent5="accent5" accent6="accent6" hlink="hlink" folHlink="folHlink"/>
  </p:clrMapOvr>
  <p:transition>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49D6C7-11B3-C738-1510-DBE16DB04E08}"/>
              </a:ext>
            </a:extLst>
          </p:cNvPr>
          <p:cNvSpPr/>
          <p:nvPr userDrawn="1"/>
        </p:nvSpPr>
        <p:spPr>
          <a:xfrm>
            <a:off x="0" y="1977571"/>
            <a:ext cx="12192000" cy="2902857"/>
          </a:xfrm>
          <a:prstGeom prst="rect">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51191BAE-7C5B-0A80-6F2D-D0190D18E234}"/>
              </a:ext>
            </a:extLst>
          </p:cNvPr>
          <p:cNvSpPr/>
          <p:nvPr userDrawn="1"/>
        </p:nvSpPr>
        <p:spPr>
          <a:xfrm>
            <a:off x="872309" y="1646645"/>
            <a:ext cx="3352800" cy="478972"/>
          </a:xfrm>
          <a:prstGeom prst="parallelogram">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5E056488-6100-84A2-6A94-AE41407EDA0D}"/>
              </a:ext>
            </a:extLst>
          </p:cNvPr>
          <p:cNvGrpSpPr/>
          <p:nvPr userDrawn="1"/>
        </p:nvGrpSpPr>
        <p:grpSpPr>
          <a:xfrm>
            <a:off x="10582731" y="4532084"/>
            <a:ext cx="1090382" cy="965001"/>
            <a:chOff x="10495645" y="4630059"/>
            <a:chExt cx="1090382" cy="696686"/>
          </a:xfrm>
          <a:solidFill>
            <a:srgbClr val="A6CFC0"/>
          </a:solidFill>
        </p:grpSpPr>
        <p:sp>
          <p:nvSpPr>
            <p:cNvPr id="12" name="Parallelogram 11">
              <a:extLst>
                <a:ext uri="{FF2B5EF4-FFF2-40B4-BE49-F238E27FC236}">
                  <a16:creationId xmlns:a16="http://schemas.microsoft.com/office/drawing/2014/main" id="{645301C3-9A01-7FB8-9418-FA3DDC08B68A}"/>
                </a:ext>
              </a:extLst>
            </p:cNvPr>
            <p:cNvSpPr/>
            <p:nvPr userDrawn="1"/>
          </p:nvSpPr>
          <p:spPr>
            <a:xfrm>
              <a:off x="11205028" y="4630059"/>
              <a:ext cx="380999" cy="696686"/>
            </a:xfrm>
            <a:prstGeom prst="parallelogram">
              <a:avLst>
                <a:gd name="adj" fmla="val 36428"/>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671E8945-1258-30CC-CA88-86FC75C46440}"/>
                </a:ext>
              </a:extLst>
            </p:cNvPr>
            <p:cNvSpPr/>
            <p:nvPr userDrawn="1"/>
          </p:nvSpPr>
          <p:spPr>
            <a:xfrm>
              <a:off x="10850336" y="4630059"/>
              <a:ext cx="380999" cy="696686"/>
            </a:xfrm>
            <a:prstGeom prst="parallelogram">
              <a:avLst>
                <a:gd name="adj" fmla="val 36428"/>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25A4FCD0-4CB2-B9DF-9785-9EE913E92651}"/>
                </a:ext>
              </a:extLst>
            </p:cNvPr>
            <p:cNvSpPr/>
            <p:nvPr userDrawn="1"/>
          </p:nvSpPr>
          <p:spPr>
            <a:xfrm>
              <a:off x="10495645" y="4630059"/>
              <a:ext cx="380999" cy="696686"/>
            </a:xfrm>
            <a:prstGeom prst="parallelogram">
              <a:avLst>
                <a:gd name="adj" fmla="val 36428"/>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9AF46FBD-D7EA-4B09-0A6F-0F777842C1C0}"/>
              </a:ext>
            </a:extLst>
          </p:cNvPr>
          <p:cNvSpPr>
            <a:spLocks noGrp="1"/>
          </p:cNvSpPr>
          <p:nvPr userDrawn="1">
            <p:ph type="ctrTitle"/>
          </p:nvPr>
        </p:nvSpPr>
        <p:spPr>
          <a:xfrm>
            <a:off x="1524000" y="2843640"/>
            <a:ext cx="9144000" cy="1170717"/>
          </a:xfrm>
        </p:spPr>
        <p:txBody>
          <a:bodyPr anchor="ctr">
            <a:normAutofit/>
          </a:bodyPr>
          <a:lstStyle>
            <a:lvl1pPr algn="ctr">
              <a:defRPr sz="5400" b="1">
                <a:solidFill>
                  <a:srgbClr val="A6CFC0"/>
                </a:solidFill>
              </a:defRPr>
            </a:lvl1pPr>
          </a:lstStyle>
          <a:p>
            <a:r>
              <a:rPr lang="en-US" dirty="0"/>
              <a:t>Click to edit Master title style</a:t>
            </a:r>
          </a:p>
        </p:txBody>
      </p:sp>
      <p:sp>
        <p:nvSpPr>
          <p:cNvPr id="1378" name="Parallelogram 1377">
            <a:extLst>
              <a:ext uri="{FF2B5EF4-FFF2-40B4-BE49-F238E27FC236}">
                <a16:creationId xmlns:a16="http://schemas.microsoft.com/office/drawing/2014/main" id="{84335B70-DF9C-CC22-1C4C-D0D0A7A2C9D2}"/>
              </a:ext>
            </a:extLst>
          </p:cNvPr>
          <p:cNvSpPr/>
          <p:nvPr userDrawn="1"/>
        </p:nvSpPr>
        <p:spPr>
          <a:xfrm>
            <a:off x="830218" y="1571171"/>
            <a:ext cx="3352800" cy="478972"/>
          </a:xfrm>
          <a:prstGeom prst="parallelogram">
            <a:avLst/>
          </a:prstGeom>
          <a:solidFill>
            <a:srgbClr val="A6CF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80" name="Group 1379">
            <a:extLst>
              <a:ext uri="{FF2B5EF4-FFF2-40B4-BE49-F238E27FC236}">
                <a16:creationId xmlns:a16="http://schemas.microsoft.com/office/drawing/2014/main" id="{18E139F5-CAB4-E9C9-03CF-6506671E67D9}"/>
              </a:ext>
            </a:extLst>
          </p:cNvPr>
          <p:cNvGrpSpPr/>
          <p:nvPr userDrawn="1"/>
        </p:nvGrpSpPr>
        <p:grpSpPr>
          <a:xfrm>
            <a:off x="4876800" y="522514"/>
            <a:ext cx="7315200" cy="286656"/>
            <a:chOff x="4876800" y="522514"/>
            <a:chExt cx="7315200" cy="286656"/>
          </a:xfrm>
        </p:grpSpPr>
        <p:cxnSp>
          <p:nvCxnSpPr>
            <p:cNvPr id="1381" name="Straight Connector 1380">
              <a:extLst>
                <a:ext uri="{FF2B5EF4-FFF2-40B4-BE49-F238E27FC236}">
                  <a16:creationId xmlns:a16="http://schemas.microsoft.com/office/drawing/2014/main" id="{102DA1AC-8CA2-BCAE-3CF1-CBEFFFD813F5}"/>
                </a:ext>
              </a:extLst>
            </p:cNvPr>
            <p:cNvCxnSpPr>
              <a:cxnSpLocks/>
            </p:cNvCxnSpPr>
            <p:nvPr userDrawn="1"/>
          </p:nvCxnSpPr>
          <p:spPr>
            <a:xfrm>
              <a:off x="4876800" y="522514"/>
              <a:ext cx="7315200"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1382" name="Straight Connector 1381">
              <a:extLst>
                <a:ext uri="{FF2B5EF4-FFF2-40B4-BE49-F238E27FC236}">
                  <a16:creationId xmlns:a16="http://schemas.microsoft.com/office/drawing/2014/main" id="{2F2C9467-A5F5-68BC-D665-80CF553A5551}"/>
                </a:ext>
              </a:extLst>
            </p:cNvPr>
            <p:cNvCxnSpPr>
              <a:cxnSpLocks/>
            </p:cNvCxnSpPr>
            <p:nvPr userDrawn="1"/>
          </p:nvCxnSpPr>
          <p:spPr>
            <a:xfrm>
              <a:off x="5608320" y="667656"/>
              <a:ext cx="6583680" cy="0"/>
            </a:xfrm>
            <a:prstGeom prst="line">
              <a:avLst/>
            </a:prstGeom>
            <a:ln w="57150">
              <a:solidFill>
                <a:schemeClr val="accent4">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83" name="Straight Connector 1382">
              <a:extLst>
                <a:ext uri="{FF2B5EF4-FFF2-40B4-BE49-F238E27FC236}">
                  <a16:creationId xmlns:a16="http://schemas.microsoft.com/office/drawing/2014/main" id="{7DDE37CA-6CA8-91A5-0964-16E09EC98002}"/>
                </a:ext>
              </a:extLst>
            </p:cNvPr>
            <p:cNvCxnSpPr>
              <a:cxnSpLocks/>
            </p:cNvCxnSpPr>
            <p:nvPr userDrawn="1"/>
          </p:nvCxnSpPr>
          <p:spPr>
            <a:xfrm>
              <a:off x="6339840" y="809170"/>
              <a:ext cx="5852160" cy="0"/>
            </a:xfrm>
            <a:prstGeom prst="line">
              <a:avLst/>
            </a:prstGeom>
            <a:ln w="38100">
              <a:solidFill>
                <a:srgbClr val="A6CFC0"/>
              </a:solidFill>
            </a:ln>
          </p:spPr>
          <p:style>
            <a:lnRef idx="2">
              <a:schemeClr val="accent1"/>
            </a:lnRef>
            <a:fillRef idx="0">
              <a:schemeClr val="accent1"/>
            </a:fillRef>
            <a:effectRef idx="1">
              <a:schemeClr val="accent1"/>
            </a:effectRef>
            <a:fontRef idx="minor">
              <a:schemeClr val="tx1"/>
            </a:fontRef>
          </p:style>
        </p:cxnSp>
      </p:grpSp>
      <p:sp>
        <p:nvSpPr>
          <p:cNvPr id="15" name="TextBox 14">
            <a:extLst>
              <a:ext uri="{FF2B5EF4-FFF2-40B4-BE49-F238E27FC236}">
                <a16:creationId xmlns:a16="http://schemas.microsoft.com/office/drawing/2014/main" id="{9BFC48E4-526E-5AA8-9063-C3C53F66B11D}"/>
              </a:ext>
            </a:extLst>
          </p:cNvPr>
          <p:cNvSpPr txBox="1"/>
          <p:nvPr userDrawn="1"/>
        </p:nvSpPr>
        <p:spPr>
          <a:xfrm>
            <a:off x="137298" y="6203484"/>
            <a:ext cx="2411411" cy="553998"/>
          </a:xfrm>
          <a:prstGeom prst="rect">
            <a:avLst/>
          </a:prstGeom>
          <a:noFill/>
        </p:spPr>
        <p:txBody>
          <a:bodyPr wrap="square" rtlCol="0">
            <a:spAutoFit/>
          </a:bodyPr>
          <a:lstStyle/>
          <a:p>
            <a:r>
              <a:rPr lang="en-US" sz="1000" dirty="0">
                <a:solidFill>
                  <a:schemeClr val="bg1">
                    <a:lumMod val="65000"/>
                  </a:schemeClr>
                </a:solidFill>
              </a:rPr>
              <a:t>Md. Shakil</a:t>
            </a:r>
          </a:p>
          <a:p>
            <a:r>
              <a:rPr lang="en-US" sz="1000" dirty="0">
                <a:solidFill>
                  <a:schemeClr val="bg1">
                    <a:lumMod val="65000"/>
                  </a:schemeClr>
                </a:solidFill>
              </a:rPr>
              <a:t>Assessor &amp; Trainer </a:t>
            </a:r>
          </a:p>
          <a:p>
            <a:r>
              <a:rPr lang="en-US" sz="1000" dirty="0">
                <a:solidFill>
                  <a:schemeClr val="bg1">
                    <a:lumMod val="65000"/>
                  </a:schemeClr>
                </a:solidFill>
              </a:rPr>
              <a:t>National Skill Development Authority</a:t>
            </a:r>
          </a:p>
        </p:txBody>
      </p:sp>
      <p:grpSp>
        <p:nvGrpSpPr>
          <p:cNvPr id="3" name="Group 2">
            <a:extLst>
              <a:ext uri="{FF2B5EF4-FFF2-40B4-BE49-F238E27FC236}">
                <a16:creationId xmlns:a16="http://schemas.microsoft.com/office/drawing/2014/main" id="{F17C2C83-5B4B-A658-7B91-3CE3541E94DF}"/>
              </a:ext>
            </a:extLst>
          </p:cNvPr>
          <p:cNvGrpSpPr/>
          <p:nvPr userDrawn="1"/>
        </p:nvGrpSpPr>
        <p:grpSpPr>
          <a:xfrm>
            <a:off x="5424434" y="6183837"/>
            <a:ext cx="1343132" cy="548640"/>
            <a:chOff x="5997681" y="6183837"/>
            <a:chExt cx="1343132" cy="548640"/>
          </a:xfrm>
        </p:grpSpPr>
        <p:pic>
          <p:nvPicPr>
            <p:cNvPr id="1028" name="Picture 4" descr="Python Logo PNG Transparent – Brands Logos">
              <a:extLst>
                <a:ext uri="{FF2B5EF4-FFF2-40B4-BE49-F238E27FC236}">
                  <a16:creationId xmlns:a16="http://schemas.microsoft.com/office/drawing/2014/main" id="{AFC39FE0-99F6-CC7E-B041-EC521B1BF8B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997681" y="6183837"/>
              <a:ext cx="546282" cy="54414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Django Icon #266158 - Free Icons Library">
              <a:extLst>
                <a:ext uri="{FF2B5EF4-FFF2-40B4-BE49-F238E27FC236}">
                  <a16:creationId xmlns:a16="http://schemas.microsoft.com/office/drawing/2014/main" id="{27AEB5A1-FA25-7B4D-CFD0-FBBF6253F81A}"/>
                </a:ext>
              </a:extLst>
            </p:cNvPr>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3957" t="3918" r="4003" b="4265"/>
            <a:stretch/>
          </p:blipFill>
          <p:spPr bwMode="auto">
            <a:xfrm>
              <a:off x="6790832" y="6183837"/>
              <a:ext cx="549981" cy="54864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776316853"/>
      </p:ext>
    </p:extLst>
  </p:cSld>
  <p:clrMapOvr>
    <a:overrideClrMapping bg1="lt1" tx1="dk1" bg2="lt2" tx2="dk2" accent1="accent1" accent2="accent2" accent3="accent3" accent4="accent4" accent5="accent5" accent6="accent6" hlink="hlink" folHlink="folHlink"/>
  </p:clrMapOvr>
  <p:transition>
    <p:pull/>
  </p:transition>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2_Title Slide">
    <p:bg>
      <p:bgRef idx="1001">
        <a:schemeClr val="bg1"/>
      </p:bgRef>
    </p:bg>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155AE037-307C-43CB-509A-1F04F35A27D8}"/>
              </a:ext>
            </a:extLst>
          </p:cNvPr>
          <p:cNvGrpSpPr/>
          <p:nvPr userDrawn="1"/>
        </p:nvGrpSpPr>
        <p:grpSpPr>
          <a:xfrm>
            <a:off x="430466" y="206661"/>
            <a:ext cx="11052147" cy="6128825"/>
            <a:chOff x="-254928" y="565240"/>
            <a:chExt cx="11052147" cy="6128825"/>
          </a:xfrm>
        </p:grpSpPr>
        <p:pic>
          <p:nvPicPr>
            <p:cNvPr id="27" name="Picture 12" descr="Geometric Abstract Shapes Vector PNG Images, Geometric Shape, Geometric,  Shapes, Line PNG Image For Free Download">
              <a:extLst>
                <a:ext uri="{FF2B5EF4-FFF2-40B4-BE49-F238E27FC236}">
                  <a16:creationId xmlns:a16="http://schemas.microsoft.com/office/drawing/2014/main" id="{086F0732-8C92-50E8-89E7-B4560E098B18}"/>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t="6106" r="77120" b="71014"/>
            <a:stretch/>
          </p:blipFill>
          <p:spPr bwMode="auto">
            <a:xfrm>
              <a:off x="4069544" y="1730274"/>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8" name="Picture 12" descr="Geometric Abstract Shapes Vector PNG Images, Geometric Shape, Geometric,  Shapes, Line PNG Image For Free Download">
              <a:extLst>
                <a:ext uri="{FF2B5EF4-FFF2-40B4-BE49-F238E27FC236}">
                  <a16:creationId xmlns:a16="http://schemas.microsoft.com/office/drawing/2014/main" id="{E05DA643-1D33-85CD-0B24-588715F478C2}"/>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l="29101" t="1646" r="48019" b="75474"/>
            <a:stretch/>
          </p:blipFill>
          <p:spPr bwMode="auto">
            <a:xfrm>
              <a:off x="6701767" y="5810699"/>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9" name="Picture 12" descr="Geometric Abstract Shapes Vector PNG Images, Geometric Shape, Geometric,  Shapes, Line PNG Image For Free Download">
              <a:extLst>
                <a:ext uri="{FF2B5EF4-FFF2-40B4-BE49-F238E27FC236}">
                  <a16:creationId xmlns:a16="http://schemas.microsoft.com/office/drawing/2014/main" id="{6074E181-92B6-34AA-00AB-C546432B509B}"/>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l="5635" t="32144" r="71485" b="44976"/>
            <a:stretch/>
          </p:blipFill>
          <p:spPr bwMode="auto">
            <a:xfrm>
              <a:off x="2560513" y="411276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0" name="Picture 12" descr="Geometric Abstract Shapes Vector PNG Images, Geometric Shape, Geometric,  Shapes, Line PNG Image For Free Download">
              <a:extLst>
                <a:ext uri="{FF2B5EF4-FFF2-40B4-BE49-F238E27FC236}">
                  <a16:creationId xmlns:a16="http://schemas.microsoft.com/office/drawing/2014/main" id="{98D2EC3B-BE31-9CA0-D7CA-D98000EDFC4B}"/>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l="55104" t="44021" r="11432" b="33099"/>
            <a:stretch/>
          </p:blipFill>
          <p:spPr bwMode="auto">
            <a:xfrm>
              <a:off x="489055" y="1754701"/>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1" name="Picture 12" descr="Geometric Abstract Shapes Vector PNG Images, Geometric Shape, Geometric,  Shapes, Line PNG Image For Free Download">
              <a:extLst>
                <a:ext uri="{FF2B5EF4-FFF2-40B4-BE49-F238E27FC236}">
                  <a16:creationId xmlns:a16="http://schemas.microsoft.com/office/drawing/2014/main" id="{7ECE8B94-7432-0F97-B1DE-D597B0E299E5}"/>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l="67941" t="61985" r="4529" b="15135"/>
            <a:stretch/>
          </p:blipFill>
          <p:spPr bwMode="auto">
            <a:xfrm>
              <a:off x="3593981" y="5667375"/>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2" name="Picture 12" descr="Geometric Abstract Shapes Vector PNG Images, Geometric Shape, Geometric,  Shapes, Line PNG Image For Free Download">
              <a:extLst>
                <a:ext uri="{FF2B5EF4-FFF2-40B4-BE49-F238E27FC236}">
                  <a16:creationId xmlns:a16="http://schemas.microsoft.com/office/drawing/2014/main" id="{B497E498-B404-F0D7-710D-A8CD4771A691}"/>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l="29101" t="1646" r="48019" b="75474"/>
            <a:stretch/>
          </p:blipFill>
          <p:spPr bwMode="auto">
            <a:xfrm>
              <a:off x="9913853" y="271205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3" name="Picture 12" descr="Geometric Abstract Shapes Vector PNG Images, Geometric Shape, Geometric,  Shapes, Line PNG Image For Free Download">
              <a:extLst>
                <a:ext uri="{FF2B5EF4-FFF2-40B4-BE49-F238E27FC236}">
                  <a16:creationId xmlns:a16="http://schemas.microsoft.com/office/drawing/2014/main" id="{EE2D0145-EC93-D150-8EFC-A3D8C3F4F575}"/>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l="5635" t="32144" r="71485" b="44976"/>
            <a:stretch/>
          </p:blipFill>
          <p:spPr bwMode="auto">
            <a:xfrm>
              <a:off x="7156690" y="236969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4" name="Picture 12" descr="Geometric Abstract Shapes Vector PNG Images, Geometric Shape, Geometric,  Shapes, Line PNG Image For Free Download">
              <a:extLst>
                <a:ext uri="{FF2B5EF4-FFF2-40B4-BE49-F238E27FC236}">
                  <a16:creationId xmlns:a16="http://schemas.microsoft.com/office/drawing/2014/main" id="{AA6DC107-7FCE-B767-2477-E6478CE2662A}"/>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l="67941" t="61985" r="4529" b="15135"/>
            <a:stretch/>
          </p:blipFill>
          <p:spPr bwMode="auto">
            <a:xfrm>
              <a:off x="5297988" y="4333517"/>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5" name="Picture 12" descr="Geometric Abstract Shapes Vector PNG Images, Geometric Shape, Geometric,  Shapes, Line PNG Image For Free Download">
              <a:extLst>
                <a:ext uri="{FF2B5EF4-FFF2-40B4-BE49-F238E27FC236}">
                  <a16:creationId xmlns:a16="http://schemas.microsoft.com/office/drawing/2014/main" id="{CF5B8F29-B3E4-8CE0-7A82-640677705D3B}"/>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l="55104" t="44021" r="11432" b="33099"/>
            <a:stretch/>
          </p:blipFill>
          <p:spPr bwMode="auto">
            <a:xfrm>
              <a:off x="8427406" y="1194495"/>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6" name="Picture 12" descr="Geometric Abstract Shapes Vector PNG Images, Geometric Shape, Geometric,  Shapes, Line PNG Image For Free Download">
              <a:extLst>
                <a:ext uri="{FF2B5EF4-FFF2-40B4-BE49-F238E27FC236}">
                  <a16:creationId xmlns:a16="http://schemas.microsoft.com/office/drawing/2014/main" id="{78A5107B-2F86-CF04-2EBE-1DDD9AEF8937}"/>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l="67941" t="61985" r="4529" b="15135"/>
            <a:stretch/>
          </p:blipFill>
          <p:spPr bwMode="auto">
            <a:xfrm>
              <a:off x="8719037" y="4903250"/>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8" name="Picture 12" descr="Geometric Abstract Shapes Vector PNG Images, Geometric Shape, Geometric,  Shapes, Line PNG Image For Free Download">
              <a:extLst>
                <a:ext uri="{FF2B5EF4-FFF2-40B4-BE49-F238E27FC236}">
                  <a16:creationId xmlns:a16="http://schemas.microsoft.com/office/drawing/2014/main" id="{23C87772-2447-0DE2-A78C-C3FD2A41A105}"/>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l="29101" t="1646" r="48019" b="75474"/>
            <a:stretch/>
          </p:blipFill>
          <p:spPr bwMode="auto">
            <a:xfrm>
              <a:off x="6267072" y="2112280"/>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9" name="Picture 12" descr="Geometric Abstract Shapes Vector PNG Images, Geometric Shape, Geometric,  Shapes, Line PNG Image For Free Download">
              <a:extLst>
                <a:ext uri="{FF2B5EF4-FFF2-40B4-BE49-F238E27FC236}">
                  <a16:creationId xmlns:a16="http://schemas.microsoft.com/office/drawing/2014/main" id="{26A7A5FD-94FB-CCA2-799E-615F863942BE}"/>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t="6106" r="77120" b="71014"/>
            <a:stretch/>
          </p:blipFill>
          <p:spPr bwMode="auto">
            <a:xfrm>
              <a:off x="524906" y="509553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0" name="Picture 12" descr="Geometric Abstract Shapes Vector PNG Images, Geometric Shape, Geometric,  Shapes, Line PNG Image For Free Download">
              <a:extLst>
                <a:ext uri="{FF2B5EF4-FFF2-40B4-BE49-F238E27FC236}">
                  <a16:creationId xmlns:a16="http://schemas.microsoft.com/office/drawing/2014/main" id="{6FE10F7A-4484-5527-C538-83542C90965F}"/>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l="55104" t="44021" r="11432" b="33099"/>
            <a:stretch/>
          </p:blipFill>
          <p:spPr bwMode="auto">
            <a:xfrm>
              <a:off x="8547640" y="5420083"/>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1" name="Picture 12" descr="Geometric Abstract Shapes Vector PNG Images, Geometric Shape, Geometric,  Shapes, Line PNG Image For Free Download">
              <a:extLst>
                <a:ext uri="{FF2B5EF4-FFF2-40B4-BE49-F238E27FC236}">
                  <a16:creationId xmlns:a16="http://schemas.microsoft.com/office/drawing/2014/main" id="{E9772FAE-66C6-2CB6-8195-DAF6FD393302}"/>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l="67941" t="61985" r="4529" b="15135"/>
            <a:stretch/>
          </p:blipFill>
          <p:spPr bwMode="auto">
            <a:xfrm>
              <a:off x="2000086" y="914244"/>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2" name="Picture 12" descr="Geometric Abstract Shapes Vector PNG Images, Geometric Shape, Geometric,  Shapes, Line PNG Image For Free Download">
              <a:extLst>
                <a:ext uri="{FF2B5EF4-FFF2-40B4-BE49-F238E27FC236}">
                  <a16:creationId xmlns:a16="http://schemas.microsoft.com/office/drawing/2014/main" id="{F7D3E21B-56E4-0D64-A07B-D6F4FB97A0E4}"/>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l="67941" t="61985" r="4529" b="15135"/>
            <a:stretch/>
          </p:blipFill>
          <p:spPr bwMode="auto">
            <a:xfrm>
              <a:off x="9543811" y="1761186"/>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3" name="Picture 12" descr="Geometric Abstract Shapes Vector PNG Images, Geometric Shape, Geometric,  Shapes, Line PNG Image For Free Download">
              <a:extLst>
                <a:ext uri="{FF2B5EF4-FFF2-40B4-BE49-F238E27FC236}">
                  <a16:creationId xmlns:a16="http://schemas.microsoft.com/office/drawing/2014/main" id="{6EB126CE-8B1F-EC26-8B9F-2128AEB2F798}"/>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l="29101" t="1646" r="48019" b="75474"/>
            <a:stretch/>
          </p:blipFill>
          <p:spPr bwMode="auto">
            <a:xfrm>
              <a:off x="5919214" y="565240"/>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5" name="Picture 12" descr="Geometric Abstract Shapes Vector PNG Images, Geometric Shape, Geometric,  Shapes, Line PNG Image For Free Download">
              <a:extLst>
                <a:ext uri="{FF2B5EF4-FFF2-40B4-BE49-F238E27FC236}">
                  <a16:creationId xmlns:a16="http://schemas.microsoft.com/office/drawing/2014/main" id="{646B5CE0-F3B2-3645-E740-2234C8620175}"/>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l="5635" t="32144" r="71485" b="44976"/>
            <a:stretch/>
          </p:blipFill>
          <p:spPr bwMode="auto">
            <a:xfrm>
              <a:off x="1925437" y="5786616"/>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46" name="Picture 12" descr="Geometric Abstract Shapes Vector PNG Images, Geometric Shape, Geometric,  Shapes, Line PNG Image For Free Download">
              <a:extLst>
                <a:ext uri="{FF2B5EF4-FFF2-40B4-BE49-F238E27FC236}">
                  <a16:creationId xmlns:a16="http://schemas.microsoft.com/office/drawing/2014/main" id="{2FB89EC3-9DF1-A1E4-BEA2-36B1DF87EEB3}"/>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l="5635" t="32144" r="71485" b="44976"/>
            <a:stretch/>
          </p:blipFill>
          <p:spPr bwMode="auto">
            <a:xfrm>
              <a:off x="-254928" y="608531"/>
              <a:ext cx="883366" cy="883366"/>
            </a:xfrm>
            <a:prstGeom prst="ellipse">
              <a:avLst/>
            </a:prstGeom>
            <a:noFill/>
            <a:extLst>
              <a:ext uri="{909E8E84-426E-40DD-AFC4-6F175D3DCCD1}">
                <a14:hiddenFill xmlns:a14="http://schemas.microsoft.com/office/drawing/2010/main">
                  <a:solidFill>
                    <a:srgbClr val="FFFFFF"/>
                  </a:solidFill>
                </a14:hiddenFill>
              </a:ext>
            </a:extLst>
          </p:spPr>
        </p:pic>
      </p:grpSp>
      <p:sp>
        <p:nvSpPr>
          <p:cNvPr id="9" name="Rectangle 8">
            <a:extLst>
              <a:ext uri="{FF2B5EF4-FFF2-40B4-BE49-F238E27FC236}">
                <a16:creationId xmlns:a16="http://schemas.microsoft.com/office/drawing/2014/main" id="{4649D6C7-11B3-C738-1510-DBE16DB04E08}"/>
              </a:ext>
            </a:extLst>
          </p:cNvPr>
          <p:cNvSpPr/>
          <p:nvPr userDrawn="1"/>
        </p:nvSpPr>
        <p:spPr>
          <a:xfrm>
            <a:off x="0" y="2002971"/>
            <a:ext cx="12192000" cy="2902857"/>
          </a:xfrm>
          <a:prstGeom prst="rect">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5E056488-6100-84A2-6A94-AE41407EDA0D}"/>
              </a:ext>
            </a:extLst>
          </p:cNvPr>
          <p:cNvGrpSpPr/>
          <p:nvPr userDrawn="1"/>
        </p:nvGrpSpPr>
        <p:grpSpPr>
          <a:xfrm>
            <a:off x="10582731" y="4573911"/>
            <a:ext cx="1090382" cy="696686"/>
            <a:chOff x="10495645" y="4630059"/>
            <a:chExt cx="1090382" cy="696686"/>
          </a:xfrm>
          <a:solidFill>
            <a:srgbClr val="A6CFC0"/>
          </a:solidFill>
        </p:grpSpPr>
        <p:sp>
          <p:nvSpPr>
            <p:cNvPr id="12" name="Parallelogram 11">
              <a:extLst>
                <a:ext uri="{FF2B5EF4-FFF2-40B4-BE49-F238E27FC236}">
                  <a16:creationId xmlns:a16="http://schemas.microsoft.com/office/drawing/2014/main" id="{645301C3-9A01-7FB8-9418-FA3DDC08B68A}"/>
                </a:ext>
              </a:extLst>
            </p:cNvPr>
            <p:cNvSpPr/>
            <p:nvPr userDrawn="1"/>
          </p:nvSpPr>
          <p:spPr>
            <a:xfrm>
              <a:off x="11205028" y="4630059"/>
              <a:ext cx="380999" cy="696686"/>
            </a:xfrm>
            <a:prstGeom prst="parallelogram">
              <a:avLst>
                <a:gd name="adj" fmla="val 36428"/>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671E8945-1258-30CC-CA88-86FC75C46440}"/>
                </a:ext>
              </a:extLst>
            </p:cNvPr>
            <p:cNvSpPr/>
            <p:nvPr userDrawn="1"/>
          </p:nvSpPr>
          <p:spPr>
            <a:xfrm>
              <a:off x="10850336" y="4630059"/>
              <a:ext cx="380999" cy="696686"/>
            </a:xfrm>
            <a:prstGeom prst="parallelogram">
              <a:avLst>
                <a:gd name="adj" fmla="val 36428"/>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25A4FCD0-4CB2-B9DF-9785-9EE913E92651}"/>
                </a:ext>
              </a:extLst>
            </p:cNvPr>
            <p:cNvSpPr/>
            <p:nvPr userDrawn="1"/>
          </p:nvSpPr>
          <p:spPr>
            <a:xfrm>
              <a:off x="10495645" y="4630059"/>
              <a:ext cx="380999" cy="696686"/>
            </a:xfrm>
            <a:prstGeom prst="parallelogram">
              <a:avLst>
                <a:gd name="adj" fmla="val 36428"/>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28" name="Picture 4" descr="Python Logo PNG Transparent – Brands Logos">
            <a:extLst>
              <a:ext uri="{FF2B5EF4-FFF2-40B4-BE49-F238E27FC236}">
                <a16:creationId xmlns:a16="http://schemas.microsoft.com/office/drawing/2014/main" id="{AFC39FE0-99F6-CC7E-B041-EC521B1BF8B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827655" y="5831621"/>
            <a:ext cx="640080" cy="637571"/>
          </a:xfrm>
          <a:prstGeom prst="rect">
            <a:avLst/>
          </a:prstGeom>
          <a:noFill/>
          <a:extLst>
            <a:ext uri="{909E8E84-426E-40DD-AFC4-6F175D3DCCD1}">
              <a14:hiddenFill xmlns:a14="http://schemas.microsoft.com/office/drawing/2010/main">
                <a:solidFill>
                  <a:srgbClr val="FFFFFF"/>
                </a:solidFill>
              </a14:hiddenFill>
            </a:ext>
          </a:extLst>
        </p:spPr>
      </p:pic>
      <p:grpSp>
        <p:nvGrpSpPr>
          <p:cNvPr id="24" name="Group 23">
            <a:extLst>
              <a:ext uri="{FF2B5EF4-FFF2-40B4-BE49-F238E27FC236}">
                <a16:creationId xmlns:a16="http://schemas.microsoft.com/office/drawing/2014/main" id="{B9BC8F41-9136-3ED4-4F03-CF175CCAF159}"/>
              </a:ext>
            </a:extLst>
          </p:cNvPr>
          <p:cNvGrpSpPr/>
          <p:nvPr userDrawn="1"/>
        </p:nvGrpSpPr>
        <p:grpSpPr>
          <a:xfrm>
            <a:off x="4876800" y="522514"/>
            <a:ext cx="7315200" cy="286656"/>
            <a:chOff x="4876800" y="522514"/>
            <a:chExt cx="7315200" cy="286656"/>
          </a:xfrm>
        </p:grpSpPr>
        <p:cxnSp>
          <p:nvCxnSpPr>
            <p:cNvPr id="21" name="Straight Connector 20">
              <a:extLst>
                <a:ext uri="{FF2B5EF4-FFF2-40B4-BE49-F238E27FC236}">
                  <a16:creationId xmlns:a16="http://schemas.microsoft.com/office/drawing/2014/main" id="{D3A1D6C1-4927-89A7-B434-47814B8B1615}"/>
                </a:ext>
              </a:extLst>
            </p:cNvPr>
            <p:cNvCxnSpPr>
              <a:cxnSpLocks/>
            </p:cNvCxnSpPr>
            <p:nvPr userDrawn="1"/>
          </p:nvCxnSpPr>
          <p:spPr>
            <a:xfrm>
              <a:off x="4876800" y="522514"/>
              <a:ext cx="7315200" cy="0"/>
            </a:xfrm>
            <a:prstGeom prst="line">
              <a:avLst/>
            </a:prstGeom>
            <a:ln w="76200"/>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0906518-0E81-A82C-A4FE-D0AFAFF5909E}"/>
                </a:ext>
              </a:extLst>
            </p:cNvPr>
            <p:cNvCxnSpPr>
              <a:cxnSpLocks/>
            </p:cNvCxnSpPr>
            <p:nvPr userDrawn="1"/>
          </p:nvCxnSpPr>
          <p:spPr>
            <a:xfrm>
              <a:off x="5608320" y="667656"/>
              <a:ext cx="6583680" cy="0"/>
            </a:xfrm>
            <a:prstGeom prst="line">
              <a:avLst/>
            </a:prstGeom>
            <a:ln w="57150">
              <a:solidFill>
                <a:schemeClr val="accent4">
                  <a:lumMod val="75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04B67E23-C6E6-355A-CCE3-E7EAB68EFF9E}"/>
                </a:ext>
              </a:extLst>
            </p:cNvPr>
            <p:cNvCxnSpPr>
              <a:cxnSpLocks/>
            </p:cNvCxnSpPr>
            <p:nvPr userDrawn="1"/>
          </p:nvCxnSpPr>
          <p:spPr>
            <a:xfrm>
              <a:off x="6339840" y="809170"/>
              <a:ext cx="5852160" cy="0"/>
            </a:xfrm>
            <a:prstGeom prst="line">
              <a:avLst/>
            </a:prstGeom>
            <a:ln w="38100">
              <a:solidFill>
                <a:srgbClr val="A6CFC0"/>
              </a:solidFill>
            </a:ln>
          </p:spPr>
          <p:style>
            <a:lnRef idx="2">
              <a:schemeClr val="accent1"/>
            </a:lnRef>
            <a:fillRef idx="0">
              <a:schemeClr val="accent1"/>
            </a:fillRef>
            <a:effectRef idx="1">
              <a:schemeClr val="accent1"/>
            </a:effectRef>
            <a:fontRef idx="minor">
              <a:schemeClr val="tx1"/>
            </a:fontRef>
          </p:style>
        </p:cxnSp>
      </p:grpSp>
      <p:sp>
        <p:nvSpPr>
          <p:cNvPr id="2" name="Title 1">
            <a:extLst>
              <a:ext uri="{FF2B5EF4-FFF2-40B4-BE49-F238E27FC236}">
                <a16:creationId xmlns:a16="http://schemas.microsoft.com/office/drawing/2014/main" id="{9AF46FBD-D7EA-4B09-0A6F-0F777842C1C0}"/>
              </a:ext>
            </a:extLst>
          </p:cNvPr>
          <p:cNvSpPr>
            <a:spLocks noGrp="1"/>
          </p:cNvSpPr>
          <p:nvPr>
            <p:ph type="ctrTitle"/>
          </p:nvPr>
        </p:nvSpPr>
        <p:spPr>
          <a:xfrm>
            <a:off x="4997677" y="2566833"/>
            <a:ext cx="7019744" cy="937126"/>
          </a:xfrm>
        </p:spPr>
        <p:txBody>
          <a:bodyPr anchor="ctr">
            <a:noAutofit/>
          </a:bodyPr>
          <a:lstStyle>
            <a:lvl1pPr algn="ctr">
              <a:defRPr sz="4000" b="1">
                <a:solidFill>
                  <a:srgbClr val="A6CFC0"/>
                </a:solidFill>
              </a:defRPr>
            </a:lvl1pPr>
          </a:lstStyle>
          <a:p>
            <a:r>
              <a:rPr lang="en-US" dirty="0"/>
              <a:t>Click to edit Master title style</a:t>
            </a:r>
          </a:p>
        </p:txBody>
      </p:sp>
      <p:sp>
        <p:nvSpPr>
          <p:cNvPr id="3" name="Subtitle 2">
            <a:extLst>
              <a:ext uri="{FF2B5EF4-FFF2-40B4-BE49-F238E27FC236}">
                <a16:creationId xmlns:a16="http://schemas.microsoft.com/office/drawing/2014/main" id="{D20A4EEA-AAE7-5304-5111-D6F94C69AC6A}"/>
              </a:ext>
            </a:extLst>
          </p:cNvPr>
          <p:cNvSpPr>
            <a:spLocks noGrp="1"/>
          </p:cNvSpPr>
          <p:nvPr>
            <p:ph type="subTitle" idx="1"/>
          </p:nvPr>
        </p:nvSpPr>
        <p:spPr>
          <a:xfrm>
            <a:off x="4997678" y="3716333"/>
            <a:ext cx="7019742" cy="645203"/>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grpSp>
        <p:nvGrpSpPr>
          <p:cNvPr id="26" name="Group 25">
            <a:extLst>
              <a:ext uri="{FF2B5EF4-FFF2-40B4-BE49-F238E27FC236}">
                <a16:creationId xmlns:a16="http://schemas.microsoft.com/office/drawing/2014/main" id="{6B297A53-70DA-A52B-2748-3024E24D9B08}"/>
              </a:ext>
            </a:extLst>
          </p:cNvPr>
          <p:cNvGrpSpPr/>
          <p:nvPr userDrawn="1"/>
        </p:nvGrpSpPr>
        <p:grpSpPr>
          <a:xfrm>
            <a:off x="0" y="1792513"/>
            <a:ext cx="3675742" cy="3323772"/>
            <a:chOff x="0" y="1979288"/>
            <a:chExt cx="3675742" cy="3323772"/>
          </a:xfrm>
          <a:solidFill>
            <a:srgbClr val="A6CFC0"/>
          </a:solidFill>
        </p:grpSpPr>
        <p:sp>
          <p:nvSpPr>
            <p:cNvPr id="11" name="Parallelogram 10">
              <a:extLst>
                <a:ext uri="{FF2B5EF4-FFF2-40B4-BE49-F238E27FC236}">
                  <a16:creationId xmlns:a16="http://schemas.microsoft.com/office/drawing/2014/main" id="{51191BAE-7C5B-0A80-6F2D-D0190D18E234}"/>
                </a:ext>
              </a:extLst>
            </p:cNvPr>
            <p:cNvSpPr/>
            <p:nvPr userDrawn="1"/>
          </p:nvSpPr>
          <p:spPr>
            <a:xfrm>
              <a:off x="963840" y="1979288"/>
              <a:ext cx="1778000" cy="3323772"/>
            </a:xfrm>
            <a:prstGeom prst="parallelogram">
              <a:avLst>
                <a:gd name="adj" fmla="val 67922"/>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arallelogram 3">
              <a:extLst>
                <a:ext uri="{FF2B5EF4-FFF2-40B4-BE49-F238E27FC236}">
                  <a16:creationId xmlns:a16="http://schemas.microsoft.com/office/drawing/2014/main" id="{224FF31A-CFCE-BDA2-29CB-B2CEBAB251BD}"/>
                </a:ext>
              </a:extLst>
            </p:cNvPr>
            <p:cNvSpPr/>
            <p:nvPr userDrawn="1"/>
          </p:nvSpPr>
          <p:spPr>
            <a:xfrm>
              <a:off x="1897742" y="1979288"/>
              <a:ext cx="1778000" cy="3323772"/>
            </a:xfrm>
            <a:prstGeom prst="parallelogram">
              <a:avLst>
                <a:gd name="adj" fmla="val 67922"/>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1D78F709-B334-E3FB-9A69-18FE7DB7BFFB}"/>
                </a:ext>
              </a:extLst>
            </p:cNvPr>
            <p:cNvSpPr/>
            <p:nvPr userDrawn="1"/>
          </p:nvSpPr>
          <p:spPr>
            <a:xfrm>
              <a:off x="0" y="1980649"/>
              <a:ext cx="1866900" cy="3321050"/>
            </a:xfrm>
            <a:custGeom>
              <a:avLst/>
              <a:gdLst>
                <a:gd name="connsiteX0" fmla="*/ 1866900 w 1866900"/>
                <a:gd name="connsiteY0" fmla="*/ 0 h 3321050"/>
                <a:gd name="connsiteX1" fmla="*/ 0 w 1866900"/>
                <a:gd name="connsiteY1" fmla="*/ 0 h 3321050"/>
                <a:gd name="connsiteX2" fmla="*/ 0 w 1866900"/>
                <a:gd name="connsiteY2" fmla="*/ 3321050 h 3321050"/>
                <a:gd name="connsiteX3" fmla="*/ 679450 w 1866900"/>
                <a:gd name="connsiteY3" fmla="*/ 3321050 h 3321050"/>
                <a:gd name="connsiteX4" fmla="*/ 1866900 w 1866900"/>
                <a:gd name="connsiteY4" fmla="*/ 0 h 332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6900" h="3321050">
                  <a:moveTo>
                    <a:pt x="1866900" y="0"/>
                  </a:moveTo>
                  <a:lnTo>
                    <a:pt x="0" y="0"/>
                  </a:lnTo>
                  <a:lnTo>
                    <a:pt x="0" y="3321050"/>
                  </a:lnTo>
                  <a:lnTo>
                    <a:pt x="679450" y="3321050"/>
                  </a:lnTo>
                  <a:lnTo>
                    <a:pt x="186690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Title 1">
            <a:extLst>
              <a:ext uri="{FF2B5EF4-FFF2-40B4-BE49-F238E27FC236}">
                <a16:creationId xmlns:a16="http://schemas.microsoft.com/office/drawing/2014/main" id="{2C77FF52-AB64-FDC4-6CAA-13D96BA5000A}"/>
              </a:ext>
            </a:extLst>
          </p:cNvPr>
          <p:cNvSpPr txBox="1">
            <a:spLocks/>
          </p:cNvSpPr>
          <p:nvPr userDrawn="1"/>
        </p:nvSpPr>
        <p:spPr>
          <a:xfrm>
            <a:off x="3796619" y="2814220"/>
            <a:ext cx="1054781" cy="1280359"/>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rgbClr val="FFFF00"/>
                </a:solidFill>
                <a:latin typeface="+mj-lt"/>
                <a:ea typeface="+mj-ea"/>
                <a:cs typeface="+mj-cs"/>
              </a:defRPr>
            </a:lvl1pPr>
          </a:lstStyle>
          <a:p>
            <a:pPr algn="ctr"/>
            <a:r>
              <a:rPr lang="en-US" sz="4400" dirty="0">
                <a:solidFill>
                  <a:schemeClr val="bg1"/>
                </a:solidFill>
                <a:latin typeface="Arial Black" panose="020B0A04020102020204" pitchFamily="34" charset="0"/>
                <a:cs typeface="Arial" panose="020B0604020202020204" pitchFamily="34" charset="0"/>
              </a:rPr>
              <a:t>01</a:t>
            </a:r>
          </a:p>
        </p:txBody>
      </p:sp>
      <p:cxnSp>
        <p:nvCxnSpPr>
          <p:cNvPr id="25" name="Straight Connector 24">
            <a:extLst>
              <a:ext uri="{FF2B5EF4-FFF2-40B4-BE49-F238E27FC236}">
                <a16:creationId xmlns:a16="http://schemas.microsoft.com/office/drawing/2014/main" id="{6B732328-9BBF-CD0F-62A7-D6860919765C}"/>
              </a:ext>
            </a:extLst>
          </p:cNvPr>
          <p:cNvCxnSpPr>
            <a:cxnSpLocks/>
          </p:cNvCxnSpPr>
          <p:nvPr userDrawn="1"/>
        </p:nvCxnSpPr>
        <p:spPr>
          <a:xfrm>
            <a:off x="4900749" y="2538088"/>
            <a:ext cx="0" cy="2206172"/>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136E7069-684C-8493-BFEA-9D15BC1B6A8E}"/>
              </a:ext>
            </a:extLst>
          </p:cNvPr>
          <p:cNvSpPr txBox="1"/>
          <p:nvPr userDrawn="1"/>
        </p:nvSpPr>
        <p:spPr>
          <a:xfrm>
            <a:off x="137298" y="6203484"/>
            <a:ext cx="2411411" cy="553998"/>
          </a:xfrm>
          <a:prstGeom prst="rect">
            <a:avLst/>
          </a:prstGeom>
          <a:noFill/>
        </p:spPr>
        <p:txBody>
          <a:bodyPr wrap="square" rtlCol="0">
            <a:spAutoFit/>
          </a:bodyPr>
          <a:lstStyle/>
          <a:p>
            <a:r>
              <a:rPr lang="en-US" sz="1000" dirty="0">
                <a:solidFill>
                  <a:schemeClr val="bg1">
                    <a:lumMod val="65000"/>
                  </a:schemeClr>
                </a:solidFill>
              </a:rPr>
              <a:t>Md. Shakil</a:t>
            </a:r>
          </a:p>
          <a:p>
            <a:r>
              <a:rPr lang="en-US" sz="1000" dirty="0">
                <a:solidFill>
                  <a:schemeClr val="bg1">
                    <a:lumMod val="65000"/>
                  </a:schemeClr>
                </a:solidFill>
              </a:rPr>
              <a:t>Assessor &amp; Trainer </a:t>
            </a:r>
          </a:p>
          <a:p>
            <a:r>
              <a:rPr lang="en-US" sz="1000" dirty="0">
                <a:solidFill>
                  <a:schemeClr val="bg1">
                    <a:lumMod val="65000"/>
                  </a:schemeClr>
                </a:solidFill>
              </a:rPr>
              <a:t>National Skill Development Authority</a:t>
            </a:r>
          </a:p>
        </p:txBody>
      </p:sp>
      <p:pic>
        <p:nvPicPr>
          <p:cNvPr id="8" name="Picture 2" descr="Django Icon #266158 - Free Icons Library">
            <a:extLst>
              <a:ext uri="{FF2B5EF4-FFF2-40B4-BE49-F238E27FC236}">
                <a16:creationId xmlns:a16="http://schemas.microsoft.com/office/drawing/2014/main" id="{F2FE81B2-E2DA-5EB4-FEEE-FA6D844A241D}"/>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l="3957" t="3918" r="4003" b="4265"/>
          <a:stretch/>
        </p:blipFill>
        <p:spPr bwMode="auto">
          <a:xfrm>
            <a:off x="10034700" y="5810245"/>
            <a:ext cx="641645" cy="640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7689852"/>
      </p:ext>
    </p:extLst>
  </p:cSld>
  <p:clrMapOvr>
    <a:overrideClrMapping bg1="lt1" tx1="dk1" bg2="lt2" tx2="dk2" accent1="accent1" accent2="accent2" accent3="accent3" accent4="accent4" accent5="accent5" accent6="accent6" hlink="hlink" folHlink="folHlink"/>
  </p:clrMapOvr>
  <p:transition>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735E40E-9EDA-E7EF-89E4-C121E1460818}"/>
              </a:ext>
            </a:extLst>
          </p:cNvPr>
          <p:cNvSpPr/>
          <p:nvPr userDrawn="1"/>
        </p:nvSpPr>
        <p:spPr>
          <a:xfrm>
            <a:off x="0" y="0"/>
            <a:ext cx="2705100" cy="6858000"/>
          </a:xfrm>
          <a:prstGeom prst="rect">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D1BD198B-9F33-990A-63F4-89329A571653}"/>
              </a:ext>
            </a:extLst>
          </p:cNvPr>
          <p:cNvSpPr/>
          <p:nvPr userDrawn="1"/>
        </p:nvSpPr>
        <p:spPr>
          <a:xfrm>
            <a:off x="1574800" y="1365250"/>
            <a:ext cx="2260600" cy="4127500"/>
          </a:xfrm>
          <a:prstGeom prst="roundRect">
            <a:avLst>
              <a:gd name="adj" fmla="val 16105"/>
            </a:avLst>
          </a:prstGeom>
          <a:solidFill>
            <a:schemeClr val="bg1"/>
          </a:solidFill>
          <a:ln w="76200">
            <a:solidFill>
              <a:srgbClr val="A6CFC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56A41CF4-848C-75CA-B77E-5EA051D8923A}"/>
              </a:ext>
            </a:extLst>
          </p:cNvPr>
          <p:cNvSpPr>
            <a:spLocks noGrp="1"/>
          </p:cNvSpPr>
          <p:nvPr>
            <p:ph type="ctrTitle" hasCustomPrompt="1"/>
          </p:nvPr>
        </p:nvSpPr>
        <p:spPr>
          <a:xfrm>
            <a:off x="3968750" y="2379789"/>
            <a:ext cx="7150100" cy="1170717"/>
          </a:xfrm>
        </p:spPr>
        <p:txBody>
          <a:bodyPr anchor="ctr">
            <a:normAutofit/>
          </a:bodyPr>
          <a:lstStyle>
            <a:lvl1pPr algn="l">
              <a:defRPr sz="5400" b="1">
                <a:solidFill>
                  <a:srgbClr val="035160"/>
                </a:solidFill>
              </a:defRPr>
            </a:lvl1pPr>
          </a:lstStyle>
          <a:p>
            <a:r>
              <a:rPr lang="en-US" dirty="0"/>
              <a:t>TITLE OF THE LECTURE</a:t>
            </a:r>
          </a:p>
        </p:txBody>
      </p:sp>
      <p:sp>
        <p:nvSpPr>
          <p:cNvPr id="13" name="Subtitle 2">
            <a:extLst>
              <a:ext uri="{FF2B5EF4-FFF2-40B4-BE49-F238E27FC236}">
                <a16:creationId xmlns:a16="http://schemas.microsoft.com/office/drawing/2014/main" id="{EA8EF618-4395-091C-D1E2-728642290B77}"/>
              </a:ext>
            </a:extLst>
          </p:cNvPr>
          <p:cNvSpPr>
            <a:spLocks noGrp="1"/>
          </p:cNvSpPr>
          <p:nvPr>
            <p:ph type="subTitle" idx="1" hasCustomPrompt="1"/>
          </p:nvPr>
        </p:nvSpPr>
        <p:spPr>
          <a:xfrm>
            <a:off x="3968750" y="3550506"/>
            <a:ext cx="7150100" cy="645203"/>
          </a:xfrm>
        </p:spPr>
        <p:txBody>
          <a:bodyPr anchor="ctr"/>
          <a:lstStyle>
            <a:lvl1pPr marL="0" indent="0" algn="l">
              <a:buNone/>
              <a:defRPr sz="2400" b="0">
                <a:solidFill>
                  <a:srgbClr val="A6CFC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of the lecture</a:t>
            </a:r>
          </a:p>
        </p:txBody>
      </p:sp>
      <p:cxnSp>
        <p:nvCxnSpPr>
          <p:cNvPr id="20" name="Straight Connector 19">
            <a:extLst>
              <a:ext uri="{FF2B5EF4-FFF2-40B4-BE49-F238E27FC236}">
                <a16:creationId xmlns:a16="http://schemas.microsoft.com/office/drawing/2014/main" id="{1437CE62-271A-52C6-9C2A-A245E26BA299}"/>
              </a:ext>
            </a:extLst>
          </p:cNvPr>
          <p:cNvCxnSpPr>
            <a:cxnSpLocks/>
          </p:cNvCxnSpPr>
          <p:nvPr userDrawn="1"/>
        </p:nvCxnSpPr>
        <p:spPr>
          <a:xfrm>
            <a:off x="2063750" y="3096483"/>
            <a:ext cx="1282700"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27" name="Rectangle: Single Corner Rounded 26">
            <a:extLst>
              <a:ext uri="{FF2B5EF4-FFF2-40B4-BE49-F238E27FC236}">
                <a16:creationId xmlns:a16="http://schemas.microsoft.com/office/drawing/2014/main" id="{A1800599-46EB-6C1A-2632-F6002F0C2411}"/>
              </a:ext>
            </a:extLst>
          </p:cNvPr>
          <p:cNvSpPr/>
          <p:nvPr userDrawn="1"/>
        </p:nvSpPr>
        <p:spPr>
          <a:xfrm flipH="1">
            <a:off x="11633200" y="4978400"/>
            <a:ext cx="558800" cy="18859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 Placeholder 35">
            <a:extLst>
              <a:ext uri="{FF2B5EF4-FFF2-40B4-BE49-F238E27FC236}">
                <a16:creationId xmlns:a16="http://schemas.microsoft.com/office/drawing/2014/main" id="{AB1A3A9C-7406-43B0-3CE6-D18BDAE90AAE}"/>
              </a:ext>
            </a:extLst>
          </p:cNvPr>
          <p:cNvSpPr>
            <a:spLocks noGrp="1"/>
          </p:cNvSpPr>
          <p:nvPr>
            <p:ph type="body" sz="quarter" idx="10" hasCustomPrompt="1"/>
          </p:nvPr>
        </p:nvSpPr>
        <p:spPr>
          <a:xfrm>
            <a:off x="2051050" y="2542620"/>
            <a:ext cx="1282700" cy="558800"/>
          </a:xfrm>
        </p:spPr>
        <p:txBody>
          <a:bodyPr>
            <a:normAutofit/>
          </a:bodyPr>
          <a:lstStyle>
            <a:lvl1pPr marL="0" indent="0" algn="ctr">
              <a:buNone/>
              <a:defRPr sz="2400" b="1">
                <a:solidFill>
                  <a:schemeClr val="bg1">
                    <a:lumMod val="50000"/>
                  </a:schemeClr>
                </a:solidFill>
              </a:defRPr>
            </a:lvl1pPr>
          </a:lstStyle>
          <a:p>
            <a:pPr lvl="0"/>
            <a:r>
              <a:rPr lang="en-US" dirty="0"/>
              <a:t>Lecture</a:t>
            </a:r>
          </a:p>
        </p:txBody>
      </p:sp>
      <p:sp>
        <p:nvSpPr>
          <p:cNvPr id="38" name="Text Placeholder 37">
            <a:extLst>
              <a:ext uri="{FF2B5EF4-FFF2-40B4-BE49-F238E27FC236}">
                <a16:creationId xmlns:a16="http://schemas.microsoft.com/office/drawing/2014/main" id="{ED3C4B52-917D-CB33-CBA4-0FF1D415E24B}"/>
              </a:ext>
            </a:extLst>
          </p:cNvPr>
          <p:cNvSpPr>
            <a:spLocks noGrp="1"/>
          </p:cNvSpPr>
          <p:nvPr>
            <p:ph type="body" sz="quarter" idx="11" hasCustomPrompt="1"/>
          </p:nvPr>
        </p:nvSpPr>
        <p:spPr>
          <a:xfrm>
            <a:off x="2051050" y="3276600"/>
            <a:ext cx="1270000" cy="1001713"/>
          </a:xfrm>
        </p:spPr>
        <p:txBody>
          <a:bodyPr anchor="ctr">
            <a:noAutofit/>
          </a:bodyPr>
          <a:lstStyle>
            <a:lvl1pPr marL="0" indent="0" algn="ctr">
              <a:buNone/>
              <a:defRPr sz="7200" b="1">
                <a:solidFill>
                  <a:srgbClr val="035160"/>
                </a:solidFill>
              </a:defRPr>
            </a:lvl1pPr>
          </a:lstStyle>
          <a:p>
            <a:pPr lvl="0"/>
            <a:r>
              <a:rPr lang="en-US" dirty="0"/>
              <a:t>01</a:t>
            </a:r>
          </a:p>
        </p:txBody>
      </p:sp>
      <p:sp>
        <p:nvSpPr>
          <p:cNvPr id="5" name="TextBox 4">
            <a:extLst>
              <a:ext uri="{FF2B5EF4-FFF2-40B4-BE49-F238E27FC236}">
                <a16:creationId xmlns:a16="http://schemas.microsoft.com/office/drawing/2014/main" id="{5F5BA3FB-7AB2-C0CE-D7BC-221E236C4F6C}"/>
              </a:ext>
            </a:extLst>
          </p:cNvPr>
          <p:cNvSpPr txBox="1"/>
          <p:nvPr userDrawn="1"/>
        </p:nvSpPr>
        <p:spPr>
          <a:xfrm>
            <a:off x="137298" y="6203484"/>
            <a:ext cx="2411411" cy="553998"/>
          </a:xfrm>
          <a:prstGeom prst="rect">
            <a:avLst/>
          </a:prstGeom>
          <a:noFill/>
        </p:spPr>
        <p:txBody>
          <a:bodyPr wrap="square" rtlCol="0">
            <a:spAutoFit/>
          </a:bodyPr>
          <a:lstStyle/>
          <a:p>
            <a:r>
              <a:rPr lang="en-US" sz="1000" dirty="0">
                <a:solidFill>
                  <a:schemeClr val="bg1">
                    <a:lumMod val="65000"/>
                  </a:schemeClr>
                </a:solidFill>
              </a:rPr>
              <a:t>Md. Shakil</a:t>
            </a:r>
          </a:p>
          <a:p>
            <a:r>
              <a:rPr lang="en-US" sz="1000" dirty="0">
                <a:solidFill>
                  <a:schemeClr val="bg1">
                    <a:lumMod val="65000"/>
                  </a:schemeClr>
                </a:solidFill>
              </a:rPr>
              <a:t>Assessor &amp; Trainer </a:t>
            </a:r>
          </a:p>
          <a:p>
            <a:r>
              <a:rPr lang="en-US" sz="1000" dirty="0">
                <a:solidFill>
                  <a:schemeClr val="bg1">
                    <a:lumMod val="65000"/>
                  </a:schemeClr>
                </a:solidFill>
              </a:rPr>
              <a:t>National Skill Development Authority</a:t>
            </a:r>
          </a:p>
        </p:txBody>
      </p:sp>
      <p:grpSp>
        <p:nvGrpSpPr>
          <p:cNvPr id="3" name="Group 2">
            <a:extLst>
              <a:ext uri="{FF2B5EF4-FFF2-40B4-BE49-F238E27FC236}">
                <a16:creationId xmlns:a16="http://schemas.microsoft.com/office/drawing/2014/main" id="{67799B20-E6CC-B71E-C7D0-7E5636457248}"/>
              </a:ext>
            </a:extLst>
          </p:cNvPr>
          <p:cNvGrpSpPr/>
          <p:nvPr userDrawn="1"/>
        </p:nvGrpSpPr>
        <p:grpSpPr>
          <a:xfrm>
            <a:off x="2194363" y="4857209"/>
            <a:ext cx="983374" cy="457200"/>
            <a:chOff x="1950885" y="4827717"/>
            <a:chExt cx="983374" cy="457200"/>
          </a:xfrm>
        </p:grpSpPr>
        <p:pic>
          <p:nvPicPr>
            <p:cNvPr id="25" name="Picture 4" descr="Python Logo PNG Transparent – Brands Logos">
              <a:extLst>
                <a:ext uri="{FF2B5EF4-FFF2-40B4-BE49-F238E27FC236}">
                  <a16:creationId xmlns:a16="http://schemas.microsoft.com/office/drawing/2014/main" id="{7A333CA6-CC1A-43D6-A93F-94EE046B12F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950885" y="4827717"/>
              <a:ext cx="458999" cy="4572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Django Icon #266158 - Free Icons Library">
              <a:extLst>
                <a:ext uri="{FF2B5EF4-FFF2-40B4-BE49-F238E27FC236}">
                  <a16:creationId xmlns:a16="http://schemas.microsoft.com/office/drawing/2014/main" id="{5CF5C5B8-D89A-8C50-093F-5A7C50D975A5}"/>
                </a:ext>
              </a:extLst>
            </p:cNvPr>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3957" t="3918" r="4003" b="4265"/>
            <a:stretch/>
          </p:blipFill>
          <p:spPr bwMode="auto">
            <a:xfrm>
              <a:off x="2475941" y="4827717"/>
              <a:ext cx="458318" cy="4572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774358391"/>
      </p:ext>
    </p:extLst>
  </p:cSld>
  <p:clrMapOvr>
    <a:overrideClrMapping bg1="lt1" tx1="dk1" bg2="lt2" tx2="dk2" accent1="accent1" accent2="accent2" accent3="accent3" accent4="accent4" accent5="accent5" accent6="accent6" hlink="hlink" folHlink="folHlink"/>
  </p:clrMapOvr>
  <p:transition>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Title Slide">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735E40E-9EDA-E7EF-89E4-C121E1460818}"/>
              </a:ext>
            </a:extLst>
          </p:cNvPr>
          <p:cNvSpPr/>
          <p:nvPr userDrawn="1"/>
        </p:nvSpPr>
        <p:spPr>
          <a:xfrm>
            <a:off x="0" y="0"/>
            <a:ext cx="2705100" cy="6858000"/>
          </a:xfrm>
          <a:prstGeom prst="rect">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D1BD198B-9F33-990A-63F4-89329A571653}"/>
              </a:ext>
            </a:extLst>
          </p:cNvPr>
          <p:cNvSpPr/>
          <p:nvPr userDrawn="1"/>
        </p:nvSpPr>
        <p:spPr>
          <a:xfrm>
            <a:off x="1574800" y="1365250"/>
            <a:ext cx="2260600" cy="4127500"/>
          </a:xfrm>
          <a:prstGeom prst="roundRect">
            <a:avLst>
              <a:gd name="adj" fmla="val 16105"/>
            </a:avLst>
          </a:prstGeom>
          <a:solidFill>
            <a:schemeClr val="bg1"/>
          </a:solidFill>
          <a:ln w="76200">
            <a:solidFill>
              <a:srgbClr val="A6CFC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56A41CF4-848C-75CA-B77E-5EA051D8923A}"/>
              </a:ext>
            </a:extLst>
          </p:cNvPr>
          <p:cNvSpPr>
            <a:spLocks noGrp="1"/>
          </p:cNvSpPr>
          <p:nvPr>
            <p:ph type="ctrTitle" hasCustomPrompt="1"/>
          </p:nvPr>
        </p:nvSpPr>
        <p:spPr>
          <a:xfrm>
            <a:off x="3968750" y="2379789"/>
            <a:ext cx="7150100" cy="1170717"/>
          </a:xfrm>
        </p:spPr>
        <p:txBody>
          <a:bodyPr anchor="ctr">
            <a:normAutofit/>
          </a:bodyPr>
          <a:lstStyle>
            <a:lvl1pPr algn="l">
              <a:defRPr sz="5400" b="1">
                <a:solidFill>
                  <a:srgbClr val="035160"/>
                </a:solidFill>
              </a:defRPr>
            </a:lvl1pPr>
          </a:lstStyle>
          <a:p>
            <a:r>
              <a:rPr lang="en-US" dirty="0"/>
              <a:t>TITLE OF THE LECTURE</a:t>
            </a:r>
          </a:p>
        </p:txBody>
      </p:sp>
      <p:sp>
        <p:nvSpPr>
          <p:cNvPr id="13" name="Subtitle 2">
            <a:extLst>
              <a:ext uri="{FF2B5EF4-FFF2-40B4-BE49-F238E27FC236}">
                <a16:creationId xmlns:a16="http://schemas.microsoft.com/office/drawing/2014/main" id="{EA8EF618-4395-091C-D1E2-728642290B77}"/>
              </a:ext>
            </a:extLst>
          </p:cNvPr>
          <p:cNvSpPr>
            <a:spLocks noGrp="1"/>
          </p:cNvSpPr>
          <p:nvPr>
            <p:ph type="subTitle" idx="1" hasCustomPrompt="1"/>
          </p:nvPr>
        </p:nvSpPr>
        <p:spPr>
          <a:xfrm>
            <a:off x="3968750" y="3550506"/>
            <a:ext cx="7150100" cy="645203"/>
          </a:xfrm>
        </p:spPr>
        <p:txBody>
          <a:bodyPr anchor="ctr"/>
          <a:lstStyle>
            <a:lvl1pPr marL="0" indent="0" algn="l">
              <a:buNone/>
              <a:defRPr sz="2400" b="0">
                <a:solidFill>
                  <a:srgbClr val="A6CFC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of the lecture</a:t>
            </a:r>
          </a:p>
        </p:txBody>
      </p:sp>
      <p:sp>
        <p:nvSpPr>
          <p:cNvPr id="27" name="Rectangle: Single Corner Rounded 26">
            <a:extLst>
              <a:ext uri="{FF2B5EF4-FFF2-40B4-BE49-F238E27FC236}">
                <a16:creationId xmlns:a16="http://schemas.microsoft.com/office/drawing/2014/main" id="{A1800599-46EB-6C1A-2632-F6002F0C2411}"/>
              </a:ext>
            </a:extLst>
          </p:cNvPr>
          <p:cNvSpPr/>
          <p:nvPr userDrawn="1"/>
        </p:nvSpPr>
        <p:spPr>
          <a:xfrm flipH="1">
            <a:off x="11633200" y="4978400"/>
            <a:ext cx="558800" cy="18859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 Placeholder 35">
            <a:extLst>
              <a:ext uri="{FF2B5EF4-FFF2-40B4-BE49-F238E27FC236}">
                <a16:creationId xmlns:a16="http://schemas.microsoft.com/office/drawing/2014/main" id="{AB1A3A9C-7406-43B0-3CE6-D18BDAE90AAE}"/>
              </a:ext>
            </a:extLst>
          </p:cNvPr>
          <p:cNvSpPr>
            <a:spLocks noGrp="1"/>
          </p:cNvSpPr>
          <p:nvPr>
            <p:ph type="body" sz="quarter" idx="10" hasCustomPrompt="1"/>
          </p:nvPr>
        </p:nvSpPr>
        <p:spPr>
          <a:xfrm>
            <a:off x="2038350" y="2492550"/>
            <a:ext cx="1282700" cy="558800"/>
          </a:xfrm>
        </p:spPr>
        <p:txBody>
          <a:bodyPr>
            <a:normAutofit/>
          </a:bodyPr>
          <a:lstStyle>
            <a:lvl1pPr marL="0" indent="0" algn="ctr">
              <a:buNone/>
              <a:defRPr sz="2400" b="1">
                <a:solidFill>
                  <a:schemeClr val="bg1">
                    <a:lumMod val="50000"/>
                  </a:schemeClr>
                </a:solidFill>
              </a:defRPr>
            </a:lvl1pPr>
          </a:lstStyle>
          <a:p>
            <a:pPr lvl="0"/>
            <a:r>
              <a:rPr lang="en-US" dirty="0"/>
              <a:t>Lecture</a:t>
            </a:r>
          </a:p>
        </p:txBody>
      </p:sp>
      <p:sp>
        <p:nvSpPr>
          <p:cNvPr id="38" name="Text Placeholder 37">
            <a:extLst>
              <a:ext uri="{FF2B5EF4-FFF2-40B4-BE49-F238E27FC236}">
                <a16:creationId xmlns:a16="http://schemas.microsoft.com/office/drawing/2014/main" id="{ED3C4B52-917D-CB33-CBA4-0FF1D415E24B}"/>
              </a:ext>
            </a:extLst>
          </p:cNvPr>
          <p:cNvSpPr>
            <a:spLocks noGrp="1"/>
          </p:cNvSpPr>
          <p:nvPr>
            <p:ph type="body" sz="quarter" idx="11" hasCustomPrompt="1"/>
          </p:nvPr>
        </p:nvSpPr>
        <p:spPr>
          <a:xfrm>
            <a:off x="2051050" y="3276600"/>
            <a:ext cx="1270000" cy="1001713"/>
          </a:xfrm>
        </p:spPr>
        <p:txBody>
          <a:bodyPr anchor="ctr">
            <a:noAutofit/>
          </a:bodyPr>
          <a:lstStyle>
            <a:lvl1pPr marL="0" indent="0" algn="ctr">
              <a:buNone/>
              <a:defRPr sz="7200" b="1">
                <a:solidFill>
                  <a:srgbClr val="035160"/>
                </a:solidFill>
              </a:defRPr>
            </a:lvl1pPr>
          </a:lstStyle>
          <a:p>
            <a:pPr lvl="0"/>
            <a:r>
              <a:rPr lang="en-US" dirty="0"/>
              <a:t>01</a:t>
            </a:r>
          </a:p>
        </p:txBody>
      </p:sp>
      <p:sp>
        <p:nvSpPr>
          <p:cNvPr id="5" name="TextBox 4">
            <a:extLst>
              <a:ext uri="{FF2B5EF4-FFF2-40B4-BE49-F238E27FC236}">
                <a16:creationId xmlns:a16="http://schemas.microsoft.com/office/drawing/2014/main" id="{5F5BA3FB-7AB2-C0CE-D7BC-221E236C4F6C}"/>
              </a:ext>
            </a:extLst>
          </p:cNvPr>
          <p:cNvSpPr txBox="1"/>
          <p:nvPr userDrawn="1"/>
        </p:nvSpPr>
        <p:spPr>
          <a:xfrm>
            <a:off x="137298" y="6203484"/>
            <a:ext cx="2411411" cy="553998"/>
          </a:xfrm>
          <a:prstGeom prst="rect">
            <a:avLst/>
          </a:prstGeom>
          <a:noFill/>
        </p:spPr>
        <p:txBody>
          <a:bodyPr wrap="square" rtlCol="0">
            <a:spAutoFit/>
          </a:bodyPr>
          <a:lstStyle/>
          <a:p>
            <a:r>
              <a:rPr lang="en-US" sz="1000" dirty="0">
                <a:solidFill>
                  <a:schemeClr val="bg1">
                    <a:lumMod val="65000"/>
                  </a:schemeClr>
                </a:solidFill>
              </a:rPr>
              <a:t>Md. Shakil</a:t>
            </a:r>
          </a:p>
          <a:p>
            <a:r>
              <a:rPr lang="en-US" sz="1000" dirty="0">
                <a:solidFill>
                  <a:schemeClr val="bg1">
                    <a:lumMod val="65000"/>
                  </a:schemeClr>
                </a:solidFill>
              </a:rPr>
              <a:t>Assessor &amp; Trainer </a:t>
            </a:r>
          </a:p>
          <a:p>
            <a:r>
              <a:rPr lang="en-US" sz="1000" dirty="0">
                <a:solidFill>
                  <a:schemeClr val="bg1">
                    <a:lumMod val="65000"/>
                  </a:schemeClr>
                </a:solidFill>
              </a:rPr>
              <a:t>National Skill Development Authority</a:t>
            </a:r>
          </a:p>
        </p:txBody>
      </p:sp>
      <p:grpSp>
        <p:nvGrpSpPr>
          <p:cNvPr id="3" name="Group 2">
            <a:extLst>
              <a:ext uri="{FF2B5EF4-FFF2-40B4-BE49-F238E27FC236}">
                <a16:creationId xmlns:a16="http://schemas.microsoft.com/office/drawing/2014/main" id="{1D558EE7-0CF1-9467-246A-2C3A51ABD424}"/>
              </a:ext>
            </a:extLst>
          </p:cNvPr>
          <p:cNvGrpSpPr/>
          <p:nvPr userDrawn="1"/>
        </p:nvGrpSpPr>
        <p:grpSpPr>
          <a:xfrm>
            <a:off x="2213413" y="4839956"/>
            <a:ext cx="983374" cy="457200"/>
            <a:chOff x="1950885" y="4827717"/>
            <a:chExt cx="983374" cy="457200"/>
          </a:xfrm>
        </p:grpSpPr>
        <p:pic>
          <p:nvPicPr>
            <p:cNvPr id="6" name="Picture 4" descr="Python Logo PNG Transparent – Brands Logos">
              <a:extLst>
                <a:ext uri="{FF2B5EF4-FFF2-40B4-BE49-F238E27FC236}">
                  <a16:creationId xmlns:a16="http://schemas.microsoft.com/office/drawing/2014/main" id="{3565F116-F5D7-8AE7-A33E-8892A0E8888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950885" y="4827717"/>
              <a:ext cx="458999" cy="4572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Django Icon #266158 - Free Icons Library">
              <a:extLst>
                <a:ext uri="{FF2B5EF4-FFF2-40B4-BE49-F238E27FC236}">
                  <a16:creationId xmlns:a16="http://schemas.microsoft.com/office/drawing/2014/main" id="{3CB80A5A-F99E-BC76-9B24-B032E23C610C}"/>
                </a:ext>
              </a:extLst>
            </p:cNvPr>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3957" t="3918" r="4003" b="4265"/>
            <a:stretch/>
          </p:blipFill>
          <p:spPr bwMode="auto">
            <a:xfrm>
              <a:off x="2475941" y="4827717"/>
              <a:ext cx="458318" cy="4572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089654355"/>
      </p:ext>
    </p:extLst>
  </p:cSld>
  <p:clrMapOvr>
    <a:overrideClrMapping bg1="lt1" tx1="dk1" bg2="lt2" tx2="dk2" accent1="accent1" accent2="accent2" accent3="accent3" accent4="accent4" accent5="accent5" accent6="accent6" hlink="hlink" folHlink="folHlink"/>
  </p:clrMapOvr>
  <p:transition>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Title and Content">
    <p:bg>
      <p:bgRef idx="1001">
        <a:schemeClr val="bg1"/>
      </p:bgRef>
    </p:bg>
    <p:spTree>
      <p:nvGrpSpPr>
        <p:cNvPr id="1" name=""/>
        <p:cNvGrpSpPr/>
        <p:nvPr/>
      </p:nvGrpSpPr>
      <p:grpSpPr>
        <a:xfrm>
          <a:off x="0" y="0"/>
          <a:ext cx="0" cy="0"/>
          <a:chOff x="0" y="0"/>
          <a:chExt cx="0" cy="0"/>
        </a:xfrm>
      </p:grpSpPr>
      <p:sp>
        <p:nvSpPr>
          <p:cNvPr id="26" name="Rectangle: Single Corner Rounded 25">
            <a:extLst>
              <a:ext uri="{FF2B5EF4-FFF2-40B4-BE49-F238E27FC236}">
                <a16:creationId xmlns:a16="http://schemas.microsoft.com/office/drawing/2014/main" id="{F7D579D1-CC19-5325-72BE-FE4596D337A2}"/>
              </a:ext>
            </a:extLst>
          </p:cNvPr>
          <p:cNvSpPr/>
          <p:nvPr userDrawn="1"/>
        </p:nvSpPr>
        <p:spPr>
          <a:xfrm flipH="1">
            <a:off x="11766550" y="4476750"/>
            <a:ext cx="425450" cy="23812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0" name="Picture 4" descr="Download Free Abstract shape Special Flat icon Icons in PNG &amp; SVG">
            <a:extLst>
              <a:ext uri="{FF2B5EF4-FFF2-40B4-BE49-F238E27FC236}">
                <a16:creationId xmlns:a16="http://schemas.microsoft.com/office/drawing/2014/main" id="{BA832964-A607-9790-80A0-F7EE54D281C5}"/>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l="10237"/>
          <a:stretch/>
        </p:blipFill>
        <p:spPr bwMode="auto">
          <a:xfrm flipH="1">
            <a:off x="11063400" y="-137722"/>
            <a:ext cx="1128600" cy="125730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Abstract shape - Free shapes and symbols icons">
            <a:extLst>
              <a:ext uri="{FF2B5EF4-FFF2-40B4-BE49-F238E27FC236}">
                <a16:creationId xmlns:a16="http://schemas.microsoft.com/office/drawing/2014/main" id="{F3164AF9-3A8B-147C-6959-0256F893C103}"/>
              </a:ext>
            </a:extLst>
          </p:cNvPr>
          <p:cNvPicPr>
            <a:picLocks noChangeAspect="1" noChangeArrowheads="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513376" y="1487939"/>
            <a:ext cx="930275" cy="930275"/>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Abstract Geometric Shape PNG, Vector, PSD, and Clipart With Transparent  Background for Free Download | Pngtree">
            <a:extLst>
              <a:ext uri="{FF2B5EF4-FFF2-40B4-BE49-F238E27FC236}">
                <a16:creationId xmlns:a16="http://schemas.microsoft.com/office/drawing/2014/main" id="{81F3228C-C4B1-92B5-7E1A-F8077CE399D8}"/>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t="12248" r="66592" b="57976"/>
          <a:stretch/>
        </p:blipFill>
        <p:spPr bwMode="auto">
          <a:xfrm>
            <a:off x="4977692" y="6124128"/>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106" name="Picture 10" descr="abstract geometric triangle shape graphic one line continuous 45723494  Vector Art at Vecteezy">
            <a:extLst>
              <a:ext uri="{FF2B5EF4-FFF2-40B4-BE49-F238E27FC236}">
                <a16:creationId xmlns:a16="http://schemas.microsoft.com/office/drawing/2014/main" id="{D7E7E7BE-D4B3-99F4-CCFD-907EC45785C3}"/>
              </a:ext>
            </a:extLst>
          </p:cNvPr>
          <p:cNvPicPr>
            <a:picLocks noChangeAspect="1" noChangeArrowheads="1"/>
          </p:cNvPicPr>
          <p:nvPr userDrawn="1"/>
        </p:nvPicPr>
        <p:blipFill>
          <a:blip r:embed="rId5">
            <a:alphaModFix amt="20000"/>
            <a:extLst>
              <a:ext uri="{28A0092B-C50C-407E-A947-70E740481C1C}">
                <a14:useLocalDpi xmlns:a14="http://schemas.microsoft.com/office/drawing/2010/main" val="0"/>
              </a:ext>
            </a:extLst>
          </a:blip>
          <a:srcRect/>
          <a:stretch>
            <a:fillRect/>
          </a:stretch>
        </p:blipFill>
        <p:spPr bwMode="auto">
          <a:xfrm>
            <a:off x="1" y="4775200"/>
            <a:ext cx="3273178" cy="20828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12" descr="Geometric Abstract Shapes Vector PNG Images, Geometric Shape, Geometric,  Shapes, Line PNG Image For Free Download">
            <a:extLst>
              <a:ext uri="{FF2B5EF4-FFF2-40B4-BE49-F238E27FC236}">
                <a16:creationId xmlns:a16="http://schemas.microsoft.com/office/drawing/2014/main" id="{D7A128B6-B167-0AEE-B9D2-579466698A25}"/>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t="6106" r="77120" b="71014"/>
          <a:stretch/>
        </p:blipFill>
        <p:spPr bwMode="auto">
          <a:xfrm>
            <a:off x="4069544" y="1730274"/>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9" name="Picture 12" descr="Geometric Abstract Shapes Vector PNG Images, Geometric Shape, Geometric,  Shapes, Line PNG Image For Free Download">
            <a:extLst>
              <a:ext uri="{FF2B5EF4-FFF2-40B4-BE49-F238E27FC236}">
                <a16:creationId xmlns:a16="http://schemas.microsoft.com/office/drawing/2014/main" id="{FF5F6C9A-226C-D8BA-871E-97FB7CFE05EF}"/>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29101" t="1646" r="48019" b="75474"/>
          <a:stretch/>
        </p:blipFill>
        <p:spPr bwMode="auto">
          <a:xfrm>
            <a:off x="8427406" y="606678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0" name="Picture 12" descr="Geometric Abstract Shapes Vector PNG Images, Geometric Shape, Geometric,  Shapes, Line PNG Image For Free Download">
            <a:extLst>
              <a:ext uri="{FF2B5EF4-FFF2-40B4-BE49-F238E27FC236}">
                <a16:creationId xmlns:a16="http://schemas.microsoft.com/office/drawing/2014/main" id="{D7CE3784-FEF0-A1A3-1842-5D53154A1030}"/>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5635" t="32144" r="71485" b="44976"/>
          <a:stretch/>
        </p:blipFill>
        <p:spPr bwMode="auto">
          <a:xfrm>
            <a:off x="2560513" y="411276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1" name="Picture 12" descr="Geometric Abstract Shapes Vector PNG Images, Geometric Shape, Geometric,  Shapes, Line PNG Image For Free Download">
            <a:extLst>
              <a:ext uri="{FF2B5EF4-FFF2-40B4-BE49-F238E27FC236}">
                <a16:creationId xmlns:a16="http://schemas.microsoft.com/office/drawing/2014/main" id="{437BA7E9-722D-EC6E-4D24-902E046EFF4A}"/>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55104" t="44021" r="11432" b="33099"/>
          <a:stretch/>
        </p:blipFill>
        <p:spPr bwMode="auto">
          <a:xfrm>
            <a:off x="-54426" y="1747013"/>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2" name="Picture 12" descr="Geometric Abstract Shapes Vector PNG Images, Geometric Shape, Geometric,  Shapes, Line PNG Image For Free Download">
            <a:extLst>
              <a:ext uri="{FF2B5EF4-FFF2-40B4-BE49-F238E27FC236}">
                <a16:creationId xmlns:a16="http://schemas.microsoft.com/office/drawing/2014/main" id="{BFE20F6B-BF8F-55A9-74FD-F65DBB856197}"/>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67941" t="61985" r="4529" b="15135"/>
          <a:stretch/>
        </p:blipFill>
        <p:spPr bwMode="auto">
          <a:xfrm>
            <a:off x="3273179" y="6037016"/>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3" name="Picture 12" descr="Geometric Abstract Shapes Vector PNG Images, Geometric Shape, Geometric,  Shapes, Line PNG Image For Free Download">
            <a:extLst>
              <a:ext uri="{FF2B5EF4-FFF2-40B4-BE49-F238E27FC236}">
                <a16:creationId xmlns:a16="http://schemas.microsoft.com/office/drawing/2014/main" id="{CFF88DD8-ED17-BCBA-3A35-BB80388DCBE3}"/>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29101" t="1646" r="48019" b="75474"/>
          <a:stretch/>
        </p:blipFill>
        <p:spPr bwMode="auto">
          <a:xfrm>
            <a:off x="9913853" y="271205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4" name="Picture 12" descr="Geometric Abstract Shapes Vector PNG Images, Geometric Shape, Geometric,  Shapes, Line PNG Image For Free Download">
            <a:extLst>
              <a:ext uri="{FF2B5EF4-FFF2-40B4-BE49-F238E27FC236}">
                <a16:creationId xmlns:a16="http://schemas.microsoft.com/office/drawing/2014/main" id="{59EB38F1-09E8-7583-F5E1-C5DC3C27E3C6}"/>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5635" t="32144" r="71485" b="44976"/>
          <a:stretch/>
        </p:blipFill>
        <p:spPr bwMode="auto">
          <a:xfrm>
            <a:off x="7156690" y="236969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5" name="Picture 12" descr="Geometric Abstract Shapes Vector PNG Images, Geometric Shape, Geometric,  Shapes, Line PNG Image For Free Download">
            <a:extLst>
              <a:ext uri="{FF2B5EF4-FFF2-40B4-BE49-F238E27FC236}">
                <a16:creationId xmlns:a16="http://schemas.microsoft.com/office/drawing/2014/main" id="{44AB5AA5-0D6C-7AAC-65B8-709D375BD8EE}"/>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67941" t="61985" r="4529" b="15135"/>
          <a:stretch/>
        </p:blipFill>
        <p:spPr bwMode="auto">
          <a:xfrm>
            <a:off x="5297988" y="4333517"/>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6" name="Picture 12" descr="Geometric Abstract Shapes Vector PNG Images, Geometric Shape, Geometric,  Shapes, Line PNG Image For Free Download">
            <a:extLst>
              <a:ext uri="{FF2B5EF4-FFF2-40B4-BE49-F238E27FC236}">
                <a16:creationId xmlns:a16="http://schemas.microsoft.com/office/drawing/2014/main" id="{CB955C36-0238-9135-9669-7E775FC2BE2E}"/>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55104" t="44021" r="11432" b="33099"/>
          <a:stretch/>
        </p:blipFill>
        <p:spPr bwMode="auto">
          <a:xfrm>
            <a:off x="8427406" y="1194495"/>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7" name="Picture 12" descr="Geometric Abstract Shapes Vector PNG Images, Geometric Shape, Geometric,  Shapes, Line PNG Image For Free Download">
            <a:extLst>
              <a:ext uri="{FF2B5EF4-FFF2-40B4-BE49-F238E27FC236}">
                <a16:creationId xmlns:a16="http://schemas.microsoft.com/office/drawing/2014/main" id="{5E162228-2358-F62B-ADAE-975E3A4557D6}"/>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67941" t="61985" r="4529" b="15135"/>
          <a:stretch/>
        </p:blipFill>
        <p:spPr bwMode="auto">
          <a:xfrm>
            <a:off x="8719037" y="4903250"/>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8" name="Picture 8" descr="Abstract Geometric Shape PNG, Vector, PSD, and Clipart With Transparent  Background for Free Download | Pngtree">
            <a:extLst>
              <a:ext uri="{FF2B5EF4-FFF2-40B4-BE49-F238E27FC236}">
                <a16:creationId xmlns:a16="http://schemas.microsoft.com/office/drawing/2014/main" id="{F3E8C285-9C6C-70F7-D658-E55A8A631C78}"/>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l="-2796" t="-6020" r="55519" b="84599"/>
          <a:stretch/>
        </p:blipFill>
        <p:spPr bwMode="auto">
          <a:xfrm>
            <a:off x="4647963" y="3243892"/>
            <a:ext cx="1204243" cy="545652"/>
          </a:xfrm>
          <a:prstGeom prst="ellipse">
            <a:avLst/>
          </a:prstGeom>
          <a:noFill/>
          <a:extLst>
            <a:ext uri="{909E8E84-426E-40DD-AFC4-6F175D3DCCD1}">
              <a14:hiddenFill xmlns:a14="http://schemas.microsoft.com/office/drawing/2010/main">
                <a:solidFill>
                  <a:srgbClr val="FFFFFF"/>
                </a:solidFill>
              </a14:hiddenFill>
            </a:ext>
          </a:extLst>
        </p:spPr>
      </p:pic>
      <p:pic>
        <p:nvPicPr>
          <p:cNvPr id="39" name="Picture 8" descr="Abstract Geometric Shape PNG, Vector, PSD, and Clipart With Transparent  Background for Free Download | Pngtree">
            <a:extLst>
              <a:ext uri="{FF2B5EF4-FFF2-40B4-BE49-F238E27FC236}">
                <a16:creationId xmlns:a16="http://schemas.microsoft.com/office/drawing/2014/main" id="{EB5FC8F9-76B5-8586-CCAD-4BFE03CE1762}"/>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l="45160" t="24513" r="13914" b="49811"/>
          <a:stretch/>
        </p:blipFill>
        <p:spPr bwMode="auto">
          <a:xfrm>
            <a:off x="7282592" y="3748575"/>
            <a:ext cx="1042471" cy="654050"/>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8" descr="Abstract Geometric Shape PNG, Vector, PSD, and Clipart With Transparent  Background for Free Download | Pngtree">
            <a:extLst>
              <a:ext uri="{FF2B5EF4-FFF2-40B4-BE49-F238E27FC236}">
                <a16:creationId xmlns:a16="http://schemas.microsoft.com/office/drawing/2014/main" id="{23974493-1E97-275C-6AEF-CF097BC514D0}"/>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t="12248" r="66592" b="57976"/>
          <a:stretch/>
        </p:blipFill>
        <p:spPr bwMode="auto">
          <a:xfrm>
            <a:off x="10274271" y="333076"/>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1" name="Picture 8" descr="Abstract Geometric Shape PNG, Vector, PSD, and Clipart With Transparent  Background for Free Download | Pngtree">
            <a:extLst>
              <a:ext uri="{FF2B5EF4-FFF2-40B4-BE49-F238E27FC236}">
                <a16:creationId xmlns:a16="http://schemas.microsoft.com/office/drawing/2014/main" id="{AEA23577-5E2B-1B3E-A6D1-4BDE45D0F555}"/>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t="12248" r="66592" b="57976"/>
          <a:stretch/>
        </p:blipFill>
        <p:spPr bwMode="auto">
          <a:xfrm>
            <a:off x="7883" y="3137484"/>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2" name="Picture 8" descr="Abstract Geometric Shape PNG, Vector, PSD, and Clipart With Transparent  Background for Free Download | Pngtree">
            <a:extLst>
              <a:ext uri="{FF2B5EF4-FFF2-40B4-BE49-F238E27FC236}">
                <a16:creationId xmlns:a16="http://schemas.microsoft.com/office/drawing/2014/main" id="{A71F214D-B4B5-FD11-F850-E3C26FCFED75}"/>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l="45160" t="24513" r="13914" b="49811"/>
          <a:stretch/>
        </p:blipFill>
        <p:spPr bwMode="auto">
          <a:xfrm>
            <a:off x="2333742" y="2091189"/>
            <a:ext cx="1042471" cy="654050"/>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8" descr="Abstract Geometric Shape PNG, Vector, PSD, and Clipart With Transparent  Background for Free Download | Pngtree">
            <a:extLst>
              <a:ext uri="{FF2B5EF4-FFF2-40B4-BE49-F238E27FC236}">
                <a16:creationId xmlns:a16="http://schemas.microsoft.com/office/drawing/2014/main" id="{53C4D9F5-F8AE-B932-A58A-8785D150DEFB}"/>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l="-2796" t="-6020" r="55519" b="84599"/>
          <a:stretch/>
        </p:blipFill>
        <p:spPr bwMode="auto">
          <a:xfrm>
            <a:off x="9592976" y="4229548"/>
            <a:ext cx="1204243" cy="545652"/>
          </a:xfrm>
          <a:prstGeom prst="ellipse">
            <a:avLst/>
          </a:prstGeom>
          <a:noFill/>
          <a:extLst>
            <a:ext uri="{909E8E84-426E-40DD-AFC4-6F175D3DCCD1}">
              <a14:hiddenFill xmlns:a14="http://schemas.microsoft.com/office/drawing/2010/main">
                <a:solidFill>
                  <a:srgbClr val="FFFFFF"/>
                </a:solidFill>
              </a14:hiddenFill>
            </a:ext>
          </a:extLst>
        </p:spPr>
      </p:pic>
      <p:pic>
        <p:nvPicPr>
          <p:cNvPr id="44" name="Picture 8" descr="Abstract Geometric Shape PNG, Vector, PSD, and Clipart With Transparent  Background for Free Download | Pngtree">
            <a:extLst>
              <a:ext uri="{FF2B5EF4-FFF2-40B4-BE49-F238E27FC236}">
                <a16:creationId xmlns:a16="http://schemas.microsoft.com/office/drawing/2014/main" id="{EA37F958-EE3B-05C6-A5D0-87B69C57AC7F}"/>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t="12248" r="66592" b="57976"/>
          <a:stretch/>
        </p:blipFill>
        <p:spPr bwMode="auto">
          <a:xfrm>
            <a:off x="10513376" y="5886274"/>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5" name="Picture 2" descr="Python White Icons – Free Download SVG, PNG, GIF">
            <a:extLst>
              <a:ext uri="{FF2B5EF4-FFF2-40B4-BE49-F238E27FC236}">
                <a16:creationId xmlns:a16="http://schemas.microsoft.com/office/drawing/2014/main" id="{1ABB83B5-8921-1868-4910-1AB436E0A032}"/>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84742" y="455550"/>
            <a:ext cx="498352" cy="498352"/>
          </a:xfrm>
          <a:prstGeom prst="rect">
            <a:avLst/>
          </a:prstGeom>
          <a:noFill/>
          <a:extLst>
            <a:ext uri="{909E8E84-426E-40DD-AFC4-6F175D3DCCD1}">
              <a14:hiddenFill xmlns:a14="http://schemas.microsoft.com/office/drawing/2010/main">
                <a:solidFill>
                  <a:srgbClr val="FFFFFF"/>
                </a:solidFill>
              </a14:hiddenFill>
            </a:ext>
          </a:extLst>
        </p:spPr>
      </p:pic>
      <p:sp>
        <p:nvSpPr>
          <p:cNvPr id="46" name="Rectangle: Single Corner Rounded 45">
            <a:extLst>
              <a:ext uri="{FF2B5EF4-FFF2-40B4-BE49-F238E27FC236}">
                <a16:creationId xmlns:a16="http://schemas.microsoft.com/office/drawing/2014/main" id="{679C31D5-F7B3-B2CB-C549-F711110A242B}"/>
              </a:ext>
            </a:extLst>
          </p:cNvPr>
          <p:cNvSpPr/>
          <p:nvPr userDrawn="1"/>
        </p:nvSpPr>
        <p:spPr>
          <a:xfrm>
            <a:off x="0" y="4476750"/>
            <a:ext cx="425450" cy="23812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81732A0B-0286-AE93-8852-201DF84C7B95}"/>
              </a:ext>
            </a:extLst>
          </p:cNvPr>
          <p:cNvSpPr/>
          <p:nvPr userDrawn="1"/>
        </p:nvSpPr>
        <p:spPr>
          <a:xfrm>
            <a:off x="583725" y="1234067"/>
            <a:ext cx="11024550" cy="5311016"/>
          </a:xfrm>
          <a:prstGeom prst="roundRect">
            <a:avLst>
              <a:gd name="adj" fmla="val 0"/>
            </a:avLst>
          </a:prstGeom>
          <a:solidFill>
            <a:schemeClr val="bg1"/>
          </a:solidFill>
          <a:ln w="76200">
            <a:noFill/>
          </a:ln>
          <a:effectLst>
            <a:glow rad="342900">
              <a:schemeClr val="bg1">
                <a:lumMod val="65000"/>
                <a:alpha val="2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E962E720-DD45-54F0-BCB9-3F79152B6CB4}"/>
              </a:ext>
            </a:extLst>
          </p:cNvPr>
          <p:cNvSpPr>
            <a:spLocks noGrp="1"/>
          </p:cNvSpPr>
          <p:nvPr>
            <p:ph type="body" sz="quarter" idx="10"/>
          </p:nvPr>
        </p:nvSpPr>
        <p:spPr>
          <a:xfrm>
            <a:off x="858838" y="1487488"/>
            <a:ext cx="10506075" cy="48942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Top Corners Rounded 5">
            <a:extLst>
              <a:ext uri="{FF2B5EF4-FFF2-40B4-BE49-F238E27FC236}">
                <a16:creationId xmlns:a16="http://schemas.microsoft.com/office/drawing/2014/main" id="{981EAA2F-43B5-229C-68B5-4BF4208823A0}"/>
              </a:ext>
            </a:extLst>
          </p:cNvPr>
          <p:cNvSpPr/>
          <p:nvPr userDrawn="1"/>
        </p:nvSpPr>
        <p:spPr>
          <a:xfrm flipV="1">
            <a:off x="2289907" y="0"/>
            <a:ext cx="7612187" cy="953902"/>
          </a:xfrm>
          <a:prstGeom prst="round2SameRect">
            <a:avLst>
              <a:gd name="adj1" fmla="val 34024"/>
              <a:gd name="adj2" fmla="val 0"/>
            </a:avLst>
          </a:prstGeom>
          <a:solidFill>
            <a:srgbClr val="035160"/>
          </a:solidFill>
          <a:ln>
            <a:noFill/>
          </a:ln>
          <a:effectLst>
            <a:glow rad="342900">
              <a:schemeClr val="bg1">
                <a:lumMod val="65000"/>
                <a:alpha val="2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3922FC2B-89C1-F942-02D5-73110BCBB901}"/>
              </a:ext>
            </a:extLst>
          </p:cNvPr>
          <p:cNvSpPr>
            <a:spLocks noGrp="1"/>
          </p:cNvSpPr>
          <p:nvPr>
            <p:ph type="title"/>
          </p:nvPr>
        </p:nvSpPr>
        <p:spPr>
          <a:xfrm>
            <a:off x="2884150" y="15669"/>
            <a:ext cx="6316663" cy="826550"/>
          </a:xfrm>
        </p:spPr>
        <p:txBody>
          <a:bodyPr>
            <a:noAutofit/>
          </a:bodyPr>
          <a:lstStyle>
            <a:lvl1pPr algn="ctr">
              <a:defRPr sz="3200" b="1">
                <a:solidFill>
                  <a:schemeClr val="bg1"/>
                </a:solidFill>
                <a:latin typeface="+mn-lt"/>
                <a:ea typeface="Roboto Black" panose="02000000000000000000" pitchFamily="2" charset="0"/>
              </a:defRPr>
            </a:lvl1pPr>
          </a:lstStyle>
          <a:p>
            <a:r>
              <a:rPr lang="en-US" dirty="0"/>
              <a:t>Click to edit Master title style</a:t>
            </a:r>
          </a:p>
        </p:txBody>
      </p:sp>
      <p:sp>
        <p:nvSpPr>
          <p:cNvPr id="2" name="TextBox 1">
            <a:extLst>
              <a:ext uri="{FF2B5EF4-FFF2-40B4-BE49-F238E27FC236}">
                <a16:creationId xmlns:a16="http://schemas.microsoft.com/office/drawing/2014/main" id="{D31557E2-91DC-FE2D-645F-1D1D8F5081F7}"/>
              </a:ext>
            </a:extLst>
          </p:cNvPr>
          <p:cNvSpPr txBox="1"/>
          <p:nvPr userDrawn="1"/>
        </p:nvSpPr>
        <p:spPr>
          <a:xfrm>
            <a:off x="523357" y="6578600"/>
            <a:ext cx="5107489" cy="246221"/>
          </a:xfrm>
          <a:prstGeom prst="rect">
            <a:avLst/>
          </a:prstGeom>
          <a:noFill/>
        </p:spPr>
        <p:txBody>
          <a:bodyPr wrap="square" rtlCol="0">
            <a:spAutoFit/>
          </a:bodyPr>
          <a:lstStyle/>
          <a:p>
            <a:r>
              <a:rPr lang="en-US" sz="1000" dirty="0">
                <a:solidFill>
                  <a:schemeClr val="bg1">
                    <a:lumMod val="65000"/>
                  </a:schemeClr>
                </a:solidFill>
              </a:rPr>
              <a:t>Md. Shakil - Assessor &amp; Trainer - National Skill Development Authority</a:t>
            </a:r>
          </a:p>
        </p:txBody>
      </p:sp>
      <p:grpSp>
        <p:nvGrpSpPr>
          <p:cNvPr id="5" name="Group 4">
            <a:extLst>
              <a:ext uri="{FF2B5EF4-FFF2-40B4-BE49-F238E27FC236}">
                <a16:creationId xmlns:a16="http://schemas.microsoft.com/office/drawing/2014/main" id="{DB434691-82AE-A904-624D-9000705A3A1B}"/>
              </a:ext>
            </a:extLst>
          </p:cNvPr>
          <p:cNvGrpSpPr/>
          <p:nvPr userDrawn="1"/>
        </p:nvGrpSpPr>
        <p:grpSpPr>
          <a:xfrm>
            <a:off x="5604313" y="6244510"/>
            <a:ext cx="983374" cy="457200"/>
            <a:chOff x="1950885" y="4827717"/>
            <a:chExt cx="983374" cy="457200"/>
          </a:xfrm>
        </p:grpSpPr>
        <p:pic>
          <p:nvPicPr>
            <p:cNvPr id="8" name="Picture 4" descr="Python Logo PNG Transparent – Brands Logos">
              <a:extLst>
                <a:ext uri="{FF2B5EF4-FFF2-40B4-BE49-F238E27FC236}">
                  <a16:creationId xmlns:a16="http://schemas.microsoft.com/office/drawing/2014/main" id="{39A5E333-7A6B-9A27-1A7F-83FF92CA047A}"/>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950885" y="4827717"/>
              <a:ext cx="458999" cy="4572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Django Icon #266158 - Free Icons Library">
              <a:extLst>
                <a:ext uri="{FF2B5EF4-FFF2-40B4-BE49-F238E27FC236}">
                  <a16:creationId xmlns:a16="http://schemas.microsoft.com/office/drawing/2014/main" id="{E58272E9-1418-3D08-C47B-91F7F87784C8}"/>
                </a:ext>
              </a:extLst>
            </p:cNvPr>
            <p:cNvPicPr>
              <a:picLocks noChangeAspect="1" noChangeArrowheads="1"/>
            </p:cNvPicPr>
            <p:nvPr userDrawn="1"/>
          </p:nvPicPr>
          <p:blipFill rotWithShape="1">
            <a:blip r:embed="rId9">
              <a:extLst>
                <a:ext uri="{28A0092B-C50C-407E-A947-70E740481C1C}">
                  <a14:useLocalDpi xmlns:a14="http://schemas.microsoft.com/office/drawing/2010/main" val="0"/>
                </a:ext>
              </a:extLst>
            </a:blip>
            <a:srcRect l="3957" t="3918" r="4003" b="4265"/>
            <a:stretch/>
          </p:blipFill>
          <p:spPr bwMode="auto">
            <a:xfrm>
              <a:off x="2475941" y="4827717"/>
              <a:ext cx="458318" cy="4572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9408929"/>
      </p:ext>
    </p:extLst>
  </p:cSld>
  <p:clrMapOvr>
    <a:overrideClrMapping bg1="lt1" tx1="dk1" bg2="lt2" tx2="dk2" accent1="accent1" accent2="accent2" accent3="accent3" accent4="accent4" accent5="accent5" accent6="accent6" hlink="hlink" folHlink="folHlink"/>
  </p:clrMapOvr>
  <p:transition>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Title and Content">
    <p:bg>
      <p:bgRef idx="1001">
        <a:schemeClr val="bg1"/>
      </p:bgRef>
    </p:bg>
    <p:spTree>
      <p:nvGrpSpPr>
        <p:cNvPr id="1" name=""/>
        <p:cNvGrpSpPr/>
        <p:nvPr/>
      </p:nvGrpSpPr>
      <p:grpSpPr>
        <a:xfrm>
          <a:off x="0" y="0"/>
          <a:ext cx="0" cy="0"/>
          <a:chOff x="0" y="0"/>
          <a:chExt cx="0" cy="0"/>
        </a:xfrm>
      </p:grpSpPr>
      <p:sp>
        <p:nvSpPr>
          <p:cNvPr id="26" name="Rectangle: Single Corner Rounded 25">
            <a:extLst>
              <a:ext uri="{FF2B5EF4-FFF2-40B4-BE49-F238E27FC236}">
                <a16:creationId xmlns:a16="http://schemas.microsoft.com/office/drawing/2014/main" id="{F7D579D1-CC19-5325-72BE-FE4596D337A2}"/>
              </a:ext>
            </a:extLst>
          </p:cNvPr>
          <p:cNvSpPr/>
          <p:nvPr userDrawn="1"/>
        </p:nvSpPr>
        <p:spPr>
          <a:xfrm flipH="1">
            <a:off x="11766550" y="4476750"/>
            <a:ext cx="425450" cy="23812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0" name="Picture 4" descr="Download Free Abstract shape Special Flat icon Icons in PNG &amp; SVG">
            <a:extLst>
              <a:ext uri="{FF2B5EF4-FFF2-40B4-BE49-F238E27FC236}">
                <a16:creationId xmlns:a16="http://schemas.microsoft.com/office/drawing/2014/main" id="{BA832964-A607-9790-80A0-F7EE54D281C5}"/>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l="10237"/>
          <a:stretch/>
        </p:blipFill>
        <p:spPr bwMode="auto">
          <a:xfrm flipH="1">
            <a:off x="11063400" y="-137722"/>
            <a:ext cx="1128600" cy="125730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Abstract shape - Free shapes and symbols icons">
            <a:extLst>
              <a:ext uri="{FF2B5EF4-FFF2-40B4-BE49-F238E27FC236}">
                <a16:creationId xmlns:a16="http://schemas.microsoft.com/office/drawing/2014/main" id="{F3164AF9-3A8B-147C-6959-0256F893C103}"/>
              </a:ext>
            </a:extLst>
          </p:cNvPr>
          <p:cNvPicPr>
            <a:picLocks noChangeAspect="1" noChangeArrowheads="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513376" y="1487939"/>
            <a:ext cx="930275" cy="930275"/>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Abstract Geometric Shape PNG, Vector, PSD, and Clipart With Transparent  Background for Free Download | Pngtree">
            <a:extLst>
              <a:ext uri="{FF2B5EF4-FFF2-40B4-BE49-F238E27FC236}">
                <a16:creationId xmlns:a16="http://schemas.microsoft.com/office/drawing/2014/main" id="{81F3228C-C4B1-92B5-7E1A-F8077CE399D8}"/>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t="12248" r="66592" b="57976"/>
          <a:stretch/>
        </p:blipFill>
        <p:spPr bwMode="auto">
          <a:xfrm>
            <a:off x="4977692" y="6124128"/>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106" name="Picture 10" descr="abstract geometric triangle shape graphic one line continuous 45723494  Vector Art at Vecteezy">
            <a:extLst>
              <a:ext uri="{FF2B5EF4-FFF2-40B4-BE49-F238E27FC236}">
                <a16:creationId xmlns:a16="http://schemas.microsoft.com/office/drawing/2014/main" id="{D7E7E7BE-D4B3-99F4-CCFD-907EC45785C3}"/>
              </a:ext>
            </a:extLst>
          </p:cNvPr>
          <p:cNvPicPr>
            <a:picLocks noChangeAspect="1" noChangeArrowheads="1"/>
          </p:cNvPicPr>
          <p:nvPr userDrawn="1"/>
        </p:nvPicPr>
        <p:blipFill>
          <a:blip r:embed="rId5">
            <a:alphaModFix amt="20000"/>
            <a:extLst>
              <a:ext uri="{28A0092B-C50C-407E-A947-70E740481C1C}">
                <a14:useLocalDpi xmlns:a14="http://schemas.microsoft.com/office/drawing/2010/main" val="0"/>
              </a:ext>
            </a:extLst>
          </a:blip>
          <a:srcRect/>
          <a:stretch>
            <a:fillRect/>
          </a:stretch>
        </p:blipFill>
        <p:spPr bwMode="auto">
          <a:xfrm>
            <a:off x="1" y="4775200"/>
            <a:ext cx="3273178" cy="20828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12" descr="Geometric Abstract Shapes Vector PNG Images, Geometric Shape, Geometric,  Shapes, Line PNG Image For Free Download">
            <a:extLst>
              <a:ext uri="{FF2B5EF4-FFF2-40B4-BE49-F238E27FC236}">
                <a16:creationId xmlns:a16="http://schemas.microsoft.com/office/drawing/2014/main" id="{D7A128B6-B167-0AEE-B9D2-579466698A25}"/>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t="6106" r="77120" b="71014"/>
          <a:stretch/>
        </p:blipFill>
        <p:spPr bwMode="auto">
          <a:xfrm>
            <a:off x="4069544" y="1730274"/>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9" name="Picture 12" descr="Geometric Abstract Shapes Vector PNG Images, Geometric Shape, Geometric,  Shapes, Line PNG Image For Free Download">
            <a:extLst>
              <a:ext uri="{FF2B5EF4-FFF2-40B4-BE49-F238E27FC236}">
                <a16:creationId xmlns:a16="http://schemas.microsoft.com/office/drawing/2014/main" id="{FF5F6C9A-226C-D8BA-871E-97FB7CFE05EF}"/>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29101" t="1646" r="48019" b="75474"/>
          <a:stretch/>
        </p:blipFill>
        <p:spPr bwMode="auto">
          <a:xfrm>
            <a:off x="8427406" y="606678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0" name="Picture 12" descr="Geometric Abstract Shapes Vector PNG Images, Geometric Shape, Geometric,  Shapes, Line PNG Image For Free Download">
            <a:extLst>
              <a:ext uri="{FF2B5EF4-FFF2-40B4-BE49-F238E27FC236}">
                <a16:creationId xmlns:a16="http://schemas.microsoft.com/office/drawing/2014/main" id="{D7CE3784-FEF0-A1A3-1842-5D53154A1030}"/>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5635" t="32144" r="71485" b="44976"/>
          <a:stretch/>
        </p:blipFill>
        <p:spPr bwMode="auto">
          <a:xfrm>
            <a:off x="2560513" y="411276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1" name="Picture 12" descr="Geometric Abstract Shapes Vector PNG Images, Geometric Shape, Geometric,  Shapes, Line PNG Image For Free Download">
            <a:extLst>
              <a:ext uri="{FF2B5EF4-FFF2-40B4-BE49-F238E27FC236}">
                <a16:creationId xmlns:a16="http://schemas.microsoft.com/office/drawing/2014/main" id="{437BA7E9-722D-EC6E-4D24-902E046EFF4A}"/>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55104" t="44021" r="11432" b="33099"/>
          <a:stretch/>
        </p:blipFill>
        <p:spPr bwMode="auto">
          <a:xfrm>
            <a:off x="-54426" y="1747013"/>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2" name="Picture 12" descr="Geometric Abstract Shapes Vector PNG Images, Geometric Shape, Geometric,  Shapes, Line PNG Image For Free Download">
            <a:extLst>
              <a:ext uri="{FF2B5EF4-FFF2-40B4-BE49-F238E27FC236}">
                <a16:creationId xmlns:a16="http://schemas.microsoft.com/office/drawing/2014/main" id="{BFE20F6B-BF8F-55A9-74FD-F65DBB856197}"/>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67941" t="61985" r="4529" b="15135"/>
          <a:stretch/>
        </p:blipFill>
        <p:spPr bwMode="auto">
          <a:xfrm>
            <a:off x="3273179" y="6037016"/>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3" name="Picture 12" descr="Geometric Abstract Shapes Vector PNG Images, Geometric Shape, Geometric,  Shapes, Line PNG Image For Free Download">
            <a:extLst>
              <a:ext uri="{FF2B5EF4-FFF2-40B4-BE49-F238E27FC236}">
                <a16:creationId xmlns:a16="http://schemas.microsoft.com/office/drawing/2014/main" id="{CFF88DD8-ED17-BCBA-3A35-BB80388DCBE3}"/>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29101" t="1646" r="48019" b="75474"/>
          <a:stretch/>
        </p:blipFill>
        <p:spPr bwMode="auto">
          <a:xfrm>
            <a:off x="9913853" y="271205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4" name="Picture 12" descr="Geometric Abstract Shapes Vector PNG Images, Geometric Shape, Geometric,  Shapes, Line PNG Image For Free Download">
            <a:extLst>
              <a:ext uri="{FF2B5EF4-FFF2-40B4-BE49-F238E27FC236}">
                <a16:creationId xmlns:a16="http://schemas.microsoft.com/office/drawing/2014/main" id="{59EB38F1-09E8-7583-F5E1-C5DC3C27E3C6}"/>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5635" t="32144" r="71485" b="44976"/>
          <a:stretch/>
        </p:blipFill>
        <p:spPr bwMode="auto">
          <a:xfrm>
            <a:off x="7156690" y="236969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5" name="Picture 12" descr="Geometric Abstract Shapes Vector PNG Images, Geometric Shape, Geometric,  Shapes, Line PNG Image For Free Download">
            <a:extLst>
              <a:ext uri="{FF2B5EF4-FFF2-40B4-BE49-F238E27FC236}">
                <a16:creationId xmlns:a16="http://schemas.microsoft.com/office/drawing/2014/main" id="{44AB5AA5-0D6C-7AAC-65B8-709D375BD8EE}"/>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67941" t="61985" r="4529" b="15135"/>
          <a:stretch/>
        </p:blipFill>
        <p:spPr bwMode="auto">
          <a:xfrm>
            <a:off x="5297988" y="4333517"/>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6" name="Picture 12" descr="Geometric Abstract Shapes Vector PNG Images, Geometric Shape, Geometric,  Shapes, Line PNG Image For Free Download">
            <a:extLst>
              <a:ext uri="{FF2B5EF4-FFF2-40B4-BE49-F238E27FC236}">
                <a16:creationId xmlns:a16="http://schemas.microsoft.com/office/drawing/2014/main" id="{CB955C36-0238-9135-9669-7E775FC2BE2E}"/>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55104" t="44021" r="11432" b="33099"/>
          <a:stretch/>
        </p:blipFill>
        <p:spPr bwMode="auto">
          <a:xfrm>
            <a:off x="8427406" y="1194495"/>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7" name="Picture 12" descr="Geometric Abstract Shapes Vector PNG Images, Geometric Shape, Geometric,  Shapes, Line PNG Image For Free Download">
            <a:extLst>
              <a:ext uri="{FF2B5EF4-FFF2-40B4-BE49-F238E27FC236}">
                <a16:creationId xmlns:a16="http://schemas.microsoft.com/office/drawing/2014/main" id="{5E162228-2358-F62B-ADAE-975E3A4557D6}"/>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67941" t="61985" r="4529" b="15135"/>
          <a:stretch/>
        </p:blipFill>
        <p:spPr bwMode="auto">
          <a:xfrm>
            <a:off x="8719037" y="4903250"/>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8" name="Picture 8" descr="Abstract Geometric Shape PNG, Vector, PSD, and Clipart With Transparent  Background for Free Download | Pngtree">
            <a:extLst>
              <a:ext uri="{FF2B5EF4-FFF2-40B4-BE49-F238E27FC236}">
                <a16:creationId xmlns:a16="http://schemas.microsoft.com/office/drawing/2014/main" id="{F3E8C285-9C6C-70F7-D658-E55A8A631C78}"/>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l="-2796" t="-6020" r="55519" b="84599"/>
          <a:stretch/>
        </p:blipFill>
        <p:spPr bwMode="auto">
          <a:xfrm>
            <a:off x="4647963" y="3243892"/>
            <a:ext cx="1204243" cy="545652"/>
          </a:xfrm>
          <a:prstGeom prst="ellipse">
            <a:avLst/>
          </a:prstGeom>
          <a:noFill/>
          <a:extLst>
            <a:ext uri="{909E8E84-426E-40DD-AFC4-6F175D3DCCD1}">
              <a14:hiddenFill xmlns:a14="http://schemas.microsoft.com/office/drawing/2010/main">
                <a:solidFill>
                  <a:srgbClr val="FFFFFF"/>
                </a:solidFill>
              </a14:hiddenFill>
            </a:ext>
          </a:extLst>
        </p:spPr>
      </p:pic>
      <p:pic>
        <p:nvPicPr>
          <p:cNvPr id="39" name="Picture 8" descr="Abstract Geometric Shape PNG, Vector, PSD, and Clipart With Transparent  Background for Free Download | Pngtree">
            <a:extLst>
              <a:ext uri="{FF2B5EF4-FFF2-40B4-BE49-F238E27FC236}">
                <a16:creationId xmlns:a16="http://schemas.microsoft.com/office/drawing/2014/main" id="{EB5FC8F9-76B5-8586-CCAD-4BFE03CE1762}"/>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l="45160" t="24513" r="13914" b="49811"/>
          <a:stretch/>
        </p:blipFill>
        <p:spPr bwMode="auto">
          <a:xfrm>
            <a:off x="7282592" y="3748575"/>
            <a:ext cx="1042471" cy="654050"/>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8" descr="Abstract Geometric Shape PNG, Vector, PSD, and Clipart With Transparent  Background for Free Download | Pngtree">
            <a:extLst>
              <a:ext uri="{FF2B5EF4-FFF2-40B4-BE49-F238E27FC236}">
                <a16:creationId xmlns:a16="http://schemas.microsoft.com/office/drawing/2014/main" id="{23974493-1E97-275C-6AEF-CF097BC514D0}"/>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t="12248" r="66592" b="57976"/>
          <a:stretch/>
        </p:blipFill>
        <p:spPr bwMode="auto">
          <a:xfrm>
            <a:off x="10274271" y="333076"/>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1" name="Picture 8" descr="Abstract Geometric Shape PNG, Vector, PSD, and Clipart With Transparent  Background for Free Download | Pngtree">
            <a:extLst>
              <a:ext uri="{FF2B5EF4-FFF2-40B4-BE49-F238E27FC236}">
                <a16:creationId xmlns:a16="http://schemas.microsoft.com/office/drawing/2014/main" id="{AEA23577-5E2B-1B3E-A6D1-4BDE45D0F555}"/>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t="12248" r="66592" b="57976"/>
          <a:stretch/>
        </p:blipFill>
        <p:spPr bwMode="auto">
          <a:xfrm>
            <a:off x="7883" y="3137484"/>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2" name="Picture 8" descr="Abstract Geometric Shape PNG, Vector, PSD, and Clipart With Transparent  Background for Free Download | Pngtree">
            <a:extLst>
              <a:ext uri="{FF2B5EF4-FFF2-40B4-BE49-F238E27FC236}">
                <a16:creationId xmlns:a16="http://schemas.microsoft.com/office/drawing/2014/main" id="{A71F214D-B4B5-FD11-F850-E3C26FCFED75}"/>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l="45160" t="24513" r="13914" b="49811"/>
          <a:stretch/>
        </p:blipFill>
        <p:spPr bwMode="auto">
          <a:xfrm>
            <a:off x="2333742" y="2091189"/>
            <a:ext cx="1042471" cy="654050"/>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8" descr="Abstract Geometric Shape PNG, Vector, PSD, and Clipart With Transparent  Background for Free Download | Pngtree">
            <a:extLst>
              <a:ext uri="{FF2B5EF4-FFF2-40B4-BE49-F238E27FC236}">
                <a16:creationId xmlns:a16="http://schemas.microsoft.com/office/drawing/2014/main" id="{53C4D9F5-F8AE-B932-A58A-8785D150DEFB}"/>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l="-2796" t="-6020" r="55519" b="84599"/>
          <a:stretch/>
        </p:blipFill>
        <p:spPr bwMode="auto">
          <a:xfrm>
            <a:off x="9592976" y="4229548"/>
            <a:ext cx="1204243" cy="545652"/>
          </a:xfrm>
          <a:prstGeom prst="ellipse">
            <a:avLst/>
          </a:prstGeom>
          <a:noFill/>
          <a:extLst>
            <a:ext uri="{909E8E84-426E-40DD-AFC4-6F175D3DCCD1}">
              <a14:hiddenFill xmlns:a14="http://schemas.microsoft.com/office/drawing/2010/main">
                <a:solidFill>
                  <a:srgbClr val="FFFFFF"/>
                </a:solidFill>
              </a14:hiddenFill>
            </a:ext>
          </a:extLst>
        </p:spPr>
      </p:pic>
      <p:pic>
        <p:nvPicPr>
          <p:cNvPr id="44" name="Picture 8" descr="Abstract Geometric Shape PNG, Vector, PSD, and Clipart With Transparent  Background for Free Download | Pngtree">
            <a:extLst>
              <a:ext uri="{FF2B5EF4-FFF2-40B4-BE49-F238E27FC236}">
                <a16:creationId xmlns:a16="http://schemas.microsoft.com/office/drawing/2014/main" id="{EA37F958-EE3B-05C6-A5D0-87B69C57AC7F}"/>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t="12248" r="66592" b="57976"/>
          <a:stretch/>
        </p:blipFill>
        <p:spPr bwMode="auto">
          <a:xfrm>
            <a:off x="10513376" y="5886274"/>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5" name="Picture 2" descr="Python White Icons – Free Download SVG, PNG, GIF">
            <a:extLst>
              <a:ext uri="{FF2B5EF4-FFF2-40B4-BE49-F238E27FC236}">
                <a16:creationId xmlns:a16="http://schemas.microsoft.com/office/drawing/2014/main" id="{1ABB83B5-8921-1868-4910-1AB436E0A032}"/>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84742" y="455550"/>
            <a:ext cx="498352" cy="498352"/>
          </a:xfrm>
          <a:prstGeom prst="rect">
            <a:avLst/>
          </a:prstGeom>
          <a:noFill/>
          <a:extLst>
            <a:ext uri="{909E8E84-426E-40DD-AFC4-6F175D3DCCD1}">
              <a14:hiddenFill xmlns:a14="http://schemas.microsoft.com/office/drawing/2010/main">
                <a:solidFill>
                  <a:srgbClr val="FFFFFF"/>
                </a:solidFill>
              </a14:hiddenFill>
            </a:ext>
          </a:extLst>
        </p:spPr>
      </p:pic>
      <p:sp>
        <p:nvSpPr>
          <p:cNvPr id="46" name="Rectangle: Single Corner Rounded 45">
            <a:extLst>
              <a:ext uri="{FF2B5EF4-FFF2-40B4-BE49-F238E27FC236}">
                <a16:creationId xmlns:a16="http://schemas.microsoft.com/office/drawing/2014/main" id="{679C31D5-F7B3-B2CB-C549-F711110A242B}"/>
              </a:ext>
            </a:extLst>
          </p:cNvPr>
          <p:cNvSpPr/>
          <p:nvPr userDrawn="1"/>
        </p:nvSpPr>
        <p:spPr>
          <a:xfrm>
            <a:off x="0" y="4476750"/>
            <a:ext cx="425450" cy="23812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81732A0B-0286-AE93-8852-201DF84C7B95}"/>
              </a:ext>
            </a:extLst>
          </p:cNvPr>
          <p:cNvSpPr/>
          <p:nvPr userDrawn="1"/>
        </p:nvSpPr>
        <p:spPr>
          <a:xfrm>
            <a:off x="583725" y="1234067"/>
            <a:ext cx="11024550" cy="5311016"/>
          </a:xfrm>
          <a:prstGeom prst="roundRect">
            <a:avLst>
              <a:gd name="adj" fmla="val 0"/>
            </a:avLst>
          </a:prstGeom>
          <a:solidFill>
            <a:schemeClr val="bg1"/>
          </a:solidFill>
          <a:ln w="76200">
            <a:noFill/>
          </a:ln>
          <a:effectLst>
            <a:glow rad="342900">
              <a:schemeClr val="bg1">
                <a:lumMod val="65000"/>
                <a:alpha val="2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Top Corners Rounded 1">
            <a:extLst>
              <a:ext uri="{FF2B5EF4-FFF2-40B4-BE49-F238E27FC236}">
                <a16:creationId xmlns:a16="http://schemas.microsoft.com/office/drawing/2014/main" id="{93C060DF-9207-CA53-290F-94959ABE3A16}"/>
              </a:ext>
            </a:extLst>
          </p:cNvPr>
          <p:cNvSpPr/>
          <p:nvPr userDrawn="1"/>
        </p:nvSpPr>
        <p:spPr>
          <a:xfrm flipV="1">
            <a:off x="2289907" y="0"/>
            <a:ext cx="7612187" cy="953902"/>
          </a:xfrm>
          <a:prstGeom prst="round2SameRect">
            <a:avLst>
              <a:gd name="adj1" fmla="val 34024"/>
              <a:gd name="adj2" fmla="val 0"/>
            </a:avLst>
          </a:prstGeom>
          <a:solidFill>
            <a:srgbClr val="035160"/>
          </a:solidFill>
          <a:ln>
            <a:noFill/>
          </a:ln>
          <a:effectLst>
            <a:glow rad="342900">
              <a:schemeClr val="bg1">
                <a:lumMod val="65000"/>
                <a:alpha val="2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itle 1">
            <a:extLst>
              <a:ext uri="{FF2B5EF4-FFF2-40B4-BE49-F238E27FC236}">
                <a16:creationId xmlns:a16="http://schemas.microsoft.com/office/drawing/2014/main" id="{F9268D27-3B1B-2E81-3C2F-83E96E52709A}"/>
              </a:ext>
            </a:extLst>
          </p:cNvPr>
          <p:cNvSpPr>
            <a:spLocks noGrp="1"/>
          </p:cNvSpPr>
          <p:nvPr>
            <p:ph type="title"/>
          </p:nvPr>
        </p:nvSpPr>
        <p:spPr>
          <a:xfrm>
            <a:off x="2884150" y="15669"/>
            <a:ext cx="6316663" cy="826550"/>
          </a:xfrm>
        </p:spPr>
        <p:txBody>
          <a:bodyPr>
            <a:noAutofit/>
          </a:bodyPr>
          <a:lstStyle>
            <a:lvl1pPr algn="ctr">
              <a:defRPr sz="3200" b="1">
                <a:solidFill>
                  <a:schemeClr val="bg1"/>
                </a:solidFill>
                <a:latin typeface="+mn-lt"/>
                <a:ea typeface="Roboto Black" panose="02000000000000000000" pitchFamily="2" charset="0"/>
              </a:defRPr>
            </a:lvl1pPr>
          </a:lstStyle>
          <a:p>
            <a:r>
              <a:rPr lang="en-US" dirty="0"/>
              <a:t>Click to edit Master title style</a:t>
            </a:r>
          </a:p>
        </p:txBody>
      </p:sp>
      <p:sp>
        <p:nvSpPr>
          <p:cNvPr id="4" name="Text Placeholder 3">
            <a:extLst>
              <a:ext uri="{FF2B5EF4-FFF2-40B4-BE49-F238E27FC236}">
                <a16:creationId xmlns:a16="http://schemas.microsoft.com/office/drawing/2014/main" id="{E962E720-DD45-54F0-BCB9-3F79152B6CB4}"/>
              </a:ext>
            </a:extLst>
          </p:cNvPr>
          <p:cNvSpPr>
            <a:spLocks noGrp="1"/>
          </p:cNvSpPr>
          <p:nvPr>
            <p:ph type="body" sz="quarter" idx="10"/>
          </p:nvPr>
        </p:nvSpPr>
        <p:spPr>
          <a:xfrm>
            <a:off x="858838" y="1487488"/>
            <a:ext cx="10506075" cy="48942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Single Corner Rounded 2">
            <a:extLst>
              <a:ext uri="{FF2B5EF4-FFF2-40B4-BE49-F238E27FC236}">
                <a16:creationId xmlns:a16="http://schemas.microsoft.com/office/drawing/2014/main" id="{4E75D9B7-F70F-8C2C-2D1E-50D1E0C00FED}"/>
              </a:ext>
            </a:extLst>
          </p:cNvPr>
          <p:cNvSpPr/>
          <p:nvPr userDrawn="1"/>
        </p:nvSpPr>
        <p:spPr>
          <a:xfrm flipH="1" flipV="1">
            <a:off x="11766550" y="-16067"/>
            <a:ext cx="425450" cy="23812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Single Corner Rounded 4">
            <a:extLst>
              <a:ext uri="{FF2B5EF4-FFF2-40B4-BE49-F238E27FC236}">
                <a16:creationId xmlns:a16="http://schemas.microsoft.com/office/drawing/2014/main" id="{476BFF34-9624-6603-EF6B-16AF8CA6A251}"/>
              </a:ext>
            </a:extLst>
          </p:cNvPr>
          <p:cNvSpPr/>
          <p:nvPr userDrawn="1"/>
        </p:nvSpPr>
        <p:spPr>
          <a:xfrm flipV="1">
            <a:off x="0" y="-16067"/>
            <a:ext cx="425450" cy="23812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111013F-46A0-DD79-A0FC-C45C72240DFD}"/>
              </a:ext>
            </a:extLst>
          </p:cNvPr>
          <p:cNvSpPr txBox="1"/>
          <p:nvPr userDrawn="1"/>
        </p:nvSpPr>
        <p:spPr>
          <a:xfrm>
            <a:off x="523357" y="6578600"/>
            <a:ext cx="5107489" cy="246221"/>
          </a:xfrm>
          <a:prstGeom prst="rect">
            <a:avLst/>
          </a:prstGeom>
          <a:noFill/>
        </p:spPr>
        <p:txBody>
          <a:bodyPr wrap="square" rtlCol="0">
            <a:spAutoFit/>
          </a:bodyPr>
          <a:lstStyle/>
          <a:p>
            <a:r>
              <a:rPr lang="en-US" sz="1000" dirty="0">
                <a:solidFill>
                  <a:schemeClr val="bg1">
                    <a:lumMod val="65000"/>
                  </a:schemeClr>
                </a:solidFill>
              </a:rPr>
              <a:t>Md. Shakil - Assessor &amp; Trainer - National Skill Development Authority</a:t>
            </a:r>
          </a:p>
        </p:txBody>
      </p:sp>
      <p:grpSp>
        <p:nvGrpSpPr>
          <p:cNvPr id="8" name="Group 7">
            <a:extLst>
              <a:ext uri="{FF2B5EF4-FFF2-40B4-BE49-F238E27FC236}">
                <a16:creationId xmlns:a16="http://schemas.microsoft.com/office/drawing/2014/main" id="{DED39E99-EE27-69BF-D006-D581D562CD09}"/>
              </a:ext>
            </a:extLst>
          </p:cNvPr>
          <p:cNvGrpSpPr/>
          <p:nvPr userDrawn="1"/>
        </p:nvGrpSpPr>
        <p:grpSpPr>
          <a:xfrm>
            <a:off x="5604313" y="6244510"/>
            <a:ext cx="983374" cy="457200"/>
            <a:chOff x="1950885" y="4827717"/>
            <a:chExt cx="983374" cy="457200"/>
          </a:xfrm>
        </p:grpSpPr>
        <p:pic>
          <p:nvPicPr>
            <p:cNvPr id="9" name="Picture 4" descr="Python Logo PNG Transparent – Brands Logos">
              <a:extLst>
                <a:ext uri="{FF2B5EF4-FFF2-40B4-BE49-F238E27FC236}">
                  <a16:creationId xmlns:a16="http://schemas.microsoft.com/office/drawing/2014/main" id="{8ACF82FD-8A11-E4EC-D9C0-EC8BB42CF9E3}"/>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950885" y="4827717"/>
              <a:ext cx="458999" cy="4572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Django Icon #266158 - Free Icons Library">
              <a:extLst>
                <a:ext uri="{FF2B5EF4-FFF2-40B4-BE49-F238E27FC236}">
                  <a16:creationId xmlns:a16="http://schemas.microsoft.com/office/drawing/2014/main" id="{42B3E75A-034B-CCE1-D0D8-78A3402CB22D}"/>
                </a:ext>
              </a:extLst>
            </p:cNvPr>
            <p:cNvPicPr>
              <a:picLocks noChangeAspect="1" noChangeArrowheads="1"/>
            </p:cNvPicPr>
            <p:nvPr userDrawn="1"/>
          </p:nvPicPr>
          <p:blipFill rotWithShape="1">
            <a:blip r:embed="rId9">
              <a:extLst>
                <a:ext uri="{28A0092B-C50C-407E-A947-70E740481C1C}">
                  <a14:useLocalDpi xmlns:a14="http://schemas.microsoft.com/office/drawing/2010/main" val="0"/>
                </a:ext>
              </a:extLst>
            </a:blip>
            <a:srcRect l="3957" t="3918" r="4003" b="4265"/>
            <a:stretch/>
          </p:blipFill>
          <p:spPr bwMode="auto">
            <a:xfrm>
              <a:off x="2475941" y="4827717"/>
              <a:ext cx="458318" cy="4572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84649897"/>
      </p:ext>
    </p:extLst>
  </p:cSld>
  <p:clrMapOvr>
    <a:overrideClrMapping bg1="lt1" tx1="dk1" bg2="lt2" tx2="dk2" accent1="accent1" accent2="accent2" accent3="accent3" accent4="accent4" accent5="accent5" accent6="accent6" hlink="hlink" folHlink="folHlink"/>
  </p:clrMapOvr>
  <p:transition>
    <p:pull/>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Title and Content">
    <p:bg>
      <p:bgRef idx="1001">
        <a:schemeClr val="bg1"/>
      </p:bgRef>
    </p:bg>
    <p:spTree>
      <p:nvGrpSpPr>
        <p:cNvPr id="1" name=""/>
        <p:cNvGrpSpPr/>
        <p:nvPr/>
      </p:nvGrpSpPr>
      <p:grpSpPr>
        <a:xfrm>
          <a:off x="0" y="0"/>
          <a:ext cx="0" cy="0"/>
          <a:chOff x="0" y="0"/>
          <a:chExt cx="0" cy="0"/>
        </a:xfrm>
      </p:grpSpPr>
      <p:sp>
        <p:nvSpPr>
          <p:cNvPr id="26" name="Rectangle: Single Corner Rounded 25">
            <a:extLst>
              <a:ext uri="{FF2B5EF4-FFF2-40B4-BE49-F238E27FC236}">
                <a16:creationId xmlns:a16="http://schemas.microsoft.com/office/drawing/2014/main" id="{F7D579D1-CC19-5325-72BE-FE4596D337A2}"/>
              </a:ext>
            </a:extLst>
          </p:cNvPr>
          <p:cNvSpPr/>
          <p:nvPr userDrawn="1"/>
        </p:nvSpPr>
        <p:spPr>
          <a:xfrm flipH="1">
            <a:off x="11766550" y="4476750"/>
            <a:ext cx="425450" cy="23812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0" name="Picture 4" descr="Download Free Abstract shape Special Flat icon Icons in PNG &amp; SVG">
            <a:extLst>
              <a:ext uri="{FF2B5EF4-FFF2-40B4-BE49-F238E27FC236}">
                <a16:creationId xmlns:a16="http://schemas.microsoft.com/office/drawing/2014/main" id="{BA832964-A607-9790-80A0-F7EE54D281C5}"/>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l="10237"/>
          <a:stretch/>
        </p:blipFill>
        <p:spPr bwMode="auto">
          <a:xfrm flipH="1">
            <a:off x="11063400" y="-137722"/>
            <a:ext cx="1128600" cy="125730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Abstract shape - Free shapes and symbols icons">
            <a:extLst>
              <a:ext uri="{FF2B5EF4-FFF2-40B4-BE49-F238E27FC236}">
                <a16:creationId xmlns:a16="http://schemas.microsoft.com/office/drawing/2014/main" id="{F3164AF9-3A8B-147C-6959-0256F893C103}"/>
              </a:ext>
            </a:extLst>
          </p:cNvPr>
          <p:cNvPicPr>
            <a:picLocks noChangeAspect="1" noChangeArrowheads="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513376" y="1487939"/>
            <a:ext cx="930275" cy="930275"/>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Abstract Geometric Shape PNG, Vector, PSD, and Clipart With Transparent  Background for Free Download | Pngtree">
            <a:extLst>
              <a:ext uri="{FF2B5EF4-FFF2-40B4-BE49-F238E27FC236}">
                <a16:creationId xmlns:a16="http://schemas.microsoft.com/office/drawing/2014/main" id="{81F3228C-C4B1-92B5-7E1A-F8077CE399D8}"/>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t="12248" r="66592" b="57976"/>
          <a:stretch/>
        </p:blipFill>
        <p:spPr bwMode="auto">
          <a:xfrm>
            <a:off x="4977692" y="6124128"/>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106" name="Picture 10" descr="abstract geometric triangle shape graphic one line continuous 45723494  Vector Art at Vecteezy">
            <a:extLst>
              <a:ext uri="{FF2B5EF4-FFF2-40B4-BE49-F238E27FC236}">
                <a16:creationId xmlns:a16="http://schemas.microsoft.com/office/drawing/2014/main" id="{D7E7E7BE-D4B3-99F4-CCFD-907EC45785C3}"/>
              </a:ext>
            </a:extLst>
          </p:cNvPr>
          <p:cNvPicPr>
            <a:picLocks noChangeAspect="1" noChangeArrowheads="1"/>
          </p:cNvPicPr>
          <p:nvPr userDrawn="1"/>
        </p:nvPicPr>
        <p:blipFill>
          <a:blip r:embed="rId5">
            <a:alphaModFix amt="20000"/>
            <a:extLst>
              <a:ext uri="{28A0092B-C50C-407E-A947-70E740481C1C}">
                <a14:useLocalDpi xmlns:a14="http://schemas.microsoft.com/office/drawing/2010/main" val="0"/>
              </a:ext>
            </a:extLst>
          </a:blip>
          <a:srcRect/>
          <a:stretch>
            <a:fillRect/>
          </a:stretch>
        </p:blipFill>
        <p:spPr bwMode="auto">
          <a:xfrm>
            <a:off x="1" y="4775200"/>
            <a:ext cx="3273178" cy="20828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12" descr="Geometric Abstract Shapes Vector PNG Images, Geometric Shape, Geometric,  Shapes, Line PNG Image For Free Download">
            <a:extLst>
              <a:ext uri="{FF2B5EF4-FFF2-40B4-BE49-F238E27FC236}">
                <a16:creationId xmlns:a16="http://schemas.microsoft.com/office/drawing/2014/main" id="{D7A128B6-B167-0AEE-B9D2-579466698A25}"/>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t="6106" r="77120" b="71014"/>
          <a:stretch/>
        </p:blipFill>
        <p:spPr bwMode="auto">
          <a:xfrm>
            <a:off x="4069544" y="1730274"/>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9" name="Picture 12" descr="Geometric Abstract Shapes Vector PNG Images, Geometric Shape, Geometric,  Shapes, Line PNG Image For Free Download">
            <a:extLst>
              <a:ext uri="{FF2B5EF4-FFF2-40B4-BE49-F238E27FC236}">
                <a16:creationId xmlns:a16="http://schemas.microsoft.com/office/drawing/2014/main" id="{FF5F6C9A-226C-D8BA-871E-97FB7CFE05EF}"/>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29101" t="1646" r="48019" b="75474"/>
          <a:stretch/>
        </p:blipFill>
        <p:spPr bwMode="auto">
          <a:xfrm>
            <a:off x="8427406" y="606678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0" name="Picture 12" descr="Geometric Abstract Shapes Vector PNG Images, Geometric Shape, Geometric,  Shapes, Line PNG Image For Free Download">
            <a:extLst>
              <a:ext uri="{FF2B5EF4-FFF2-40B4-BE49-F238E27FC236}">
                <a16:creationId xmlns:a16="http://schemas.microsoft.com/office/drawing/2014/main" id="{D7CE3784-FEF0-A1A3-1842-5D53154A1030}"/>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5635" t="32144" r="71485" b="44976"/>
          <a:stretch/>
        </p:blipFill>
        <p:spPr bwMode="auto">
          <a:xfrm>
            <a:off x="2560513" y="411276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1" name="Picture 12" descr="Geometric Abstract Shapes Vector PNG Images, Geometric Shape, Geometric,  Shapes, Line PNG Image For Free Download">
            <a:extLst>
              <a:ext uri="{FF2B5EF4-FFF2-40B4-BE49-F238E27FC236}">
                <a16:creationId xmlns:a16="http://schemas.microsoft.com/office/drawing/2014/main" id="{437BA7E9-722D-EC6E-4D24-902E046EFF4A}"/>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55104" t="44021" r="11432" b="33099"/>
          <a:stretch/>
        </p:blipFill>
        <p:spPr bwMode="auto">
          <a:xfrm>
            <a:off x="-54426" y="1747013"/>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2" name="Picture 12" descr="Geometric Abstract Shapes Vector PNG Images, Geometric Shape, Geometric,  Shapes, Line PNG Image For Free Download">
            <a:extLst>
              <a:ext uri="{FF2B5EF4-FFF2-40B4-BE49-F238E27FC236}">
                <a16:creationId xmlns:a16="http://schemas.microsoft.com/office/drawing/2014/main" id="{BFE20F6B-BF8F-55A9-74FD-F65DBB856197}"/>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67941" t="61985" r="4529" b="15135"/>
          <a:stretch/>
        </p:blipFill>
        <p:spPr bwMode="auto">
          <a:xfrm>
            <a:off x="3273179" y="6037016"/>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3" name="Picture 12" descr="Geometric Abstract Shapes Vector PNG Images, Geometric Shape, Geometric,  Shapes, Line PNG Image For Free Download">
            <a:extLst>
              <a:ext uri="{FF2B5EF4-FFF2-40B4-BE49-F238E27FC236}">
                <a16:creationId xmlns:a16="http://schemas.microsoft.com/office/drawing/2014/main" id="{CFF88DD8-ED17-BCBA-3A35-BB80388DCBE3}"/>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29101" t="1646" r="48019" b="75474"/>
          <a:stretch/>
        </p:blipFill>
        <p:spPr bwMode="auto">
          <a:xfrm>
            <a:off x="9913853" y="271205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4" name="Picture 12" descr="Geometric Abstract Shapes Vector PNG Images, Geometric Shape, Geometric,  Shapes, Line PNG Image For Free Download">
            <a:extLst>
              <a:ext uri="{FF2B5EF4-FFF2-40B4-BE49-F238E27FC236}">
                <a16:creationId xmlns:a16="http://schemas.microsoft.com/office/drawing/2014/main" id="{59EB38F1-09E8-7583-F5E1-C5DC3C27E3C6}"/>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5635" t="32144" r="71485" b="44976"/>
          <a:stretch/>
        </p:blipFill>
        <p:spPr bwMode="auto">
          <a:xfrm>
            <a:off x="7156690" y="236969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5" name="Picture 12" descr="Geometric Abstract Shapes Vector PNG Images, Geometric Shape, Geometric,  Shapes, Line PNG Image For Free Download">
            <a:extLst>
              <a:ext uri="{FF2B5EF4-FFF2-40B4-BE49-F238E27FC236}">
                <a16:creationId xmlns:a16="http://schemas.microsoft.com/office/drawing/2014/main" id="{44AB5AA5-0D6C-7AAC-65B8-709D375BD8EE}"/>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67941" t="61985" r="4529" b="15135"/>
          <a:stretch/>
        </p:blipFill>
        <p:spPr bwMode="auto">
          <a:xfrm>
            <a:off x="5297988" y="4333517"/>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6" name="Picture 12" descr="Geometric Abstract Shapes Vector PNG Images, Geometric Shape, Geometric,  Shapes, Line PNG Image For Free Download">
            <a:extLst>
              <a:ext uri="{FF2B5EF4-FFF2-40B4-BE49-F238E27FC236}">
                <a16:creationId xmlns:a16="http://schemas.microsoft.com/office/drawing/2014/main" id="{CB955C36-0238-9135-9669-7E775FC2BE2E}"/>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55104" t="44021" r="11432" b="33099"/>
          <a:stretch/>
        </p:blipFill>
        <p:spPr bwMode="auto">
          <a:xfrm>
            <a:off x="8427406" y="1194495"/>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7" name="Picture 12" descr="Geometric Abstract Shapes Vector PNG Images, Geometric Shape, Geometric,  Shapes, Line PNG Image For Free Download">
            <a:extLst>
              <a:ext uri="{FF2B5EF4-FFF2-40B4-BE49-F238E27FC236}">
                <a16:creationId xmlns:a16="http://schemas.microsoft.com/office/drawing/2014/main" id="{5E162228-2358-F62B-ADAE-975E3A4557D6}"/>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67941" t="61985" r="4529" b="15135"/>
          <a:stretch/>
        </p:blipFill>
        <p:spPr bwMode="auto">
          <a:xfrm>
            <a:off x="8719037" y="4903250"/>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8" name="Picture 8" descr="Abstract Geometric Shape PNG, Vector, PSD, and Clipart With Transparent  Background for Free Download | Pngtree">
            <a:extLst>
              <a:ext uri="{FF2B5EF4-FFF2-40B4-BE49-F238E27FC236}">
                <a16:creationId xmlns:a16="http://schemas.microsoft.com/office/drawing/2014/main" id="{F3E8C285-9C6C-70F7-D658-E55A8A631C78}"/>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l="-2796" t="-6020" r="55519" b="84599"/>
          <a:stretch/>
        </p:blipFill>
        <p:spPr bwMode="auto">
          <a:xfrm>
            <a:off x="4647963" y="3243892"/>
            <a:ext cx="1204243" cy="545652"/>
          </a:xfrm>
          <a:prstGeom prst="ellipse">
            <a:avLst/>
          </a:prstGeom>
          <a:noFill/>
          <a:extLst>
            <a:ext uri="{909E8E84-426E-40DD-AFC4-6F175D3DCCD1}">
              <a14:hiddenFill xmlns:a14="http://schemas.microsoft.com/office/drawing/2010/main">
                <a:solidFill>
                  <a:srgbClr val="FFFFFF"/>
                </a:solidFill>
              </a14:hiddenFill>
            </a:ext>
          </a:extLst>
        </p:spPr>
      </p:pic>
      <p:pic>
        <p:nvPicPr>
          <p:cNvPr id="39" name="Picture 8" descr="Abstract Geometric Shape PNG, Vector, PSD, and Clipart With Transparent  Background for Free Download | Pngtree">
            <a:extLst>
              <a:ext uri="{FF2B5EF4-FFF2-40B4-BE49-F238E27FC236}">
                <a16:creationId xmlns:a16="http://schemas.microsoft.com/office/drawing/2014/main" id="{EB5FC8F9-76B5-8586-CCAD-4BFE03CE1762}"/>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l="45160" t="24513" r="13914" b="49811"/>
          <a:stretch/>
        </p:blipFill>
        <p:spPr bwMode="auto">
          <a:xfrm>
            <a:off x="7282592" y="3748575"/>
            <a:ext cx="1042471" cy="654050"/>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8" descr="Abstract Geometric Shape PNG, Vector, PSD, and Clipart With Transparent  Background for Free Download | Pngtree">
            <a:extLst>
              <a:ext uri="{FF2B5EF4-FFF2-40B4-BE49-F238E27FC236}">
                <a16:creationId xmlns:a16="http://schemas.microsoft.com/office/drawing/2014/main" id="{23974493-1E97-275C-6AEF-CF097BC514D0}"/>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t="12248" r="66592" b="57976"/>
          <a:stretch/>
        </p:blipFill>
        <p:spPr bwMode="auto">
          <a:xfrm>
            <a:off x="10274271" y="333076"/>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1" name="Picture 8" descr="Abstract Geometric Shape PNG, Vector, PSD, and Clipart With Transparent  Background for Free Download | Pngtree">
            <a:extLst>
              <a:ext uri="{FF2B5EF4-FFF2-40B4-BE49-F238E27FC236}">
                <a16:creationId xmlns:a16="http://schemas.microsoft.com/office/drawing/2014/main" id="{AEA23577-5E2B-1B3E-A6D1-4BDE45D0F555}"/>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t="12248" r="66592" b="57976"/>
          <a:stretch/>
        </p:blipFill>
        <p:spPr bwMode="auto">
          <a:xfrm>
            <a:off x="7883" y="3137484"/>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2" name="Picture 8" descr="Abstract Geometric Shape PNG, Vector, PSD, and Clipart With Transparent  Background for Free Download | Pngtree">
            <a:extLst>
              <a:ext uri="{FF2B5EF4-FFF2-40B4-BE49-F238E27FC236}">
                <a16:creationId xmlns:a16="http://schemas.microsoft.com/office/drawing/2014/main" id="{A71F214D-B4B5-FD11-F850-E3C26FCFED75}"/>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l="45160" t="24513" r="13914" b="49811"/>
          <a:stretch/>
        </p:blipFill>
        <p:spPr bwMode="auto">
          <a:xfrm>
            <a:off x="2333742" y="2091189"/>
            <a:ext cx="1042471" cy="654050"/>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8" descr="Abstract Geometric Shape PNG, Vector, PSD, and Clipart With Transparent  Background for Free Download | Pngtree">
            <a:extLst>
              <a:ext uri="{FF2B5EF4-FFF2-40B4-BE49-F238E27FC236}">
                <a16:creationId xmlns:a16="http://schemas.microsoft.com/office/drawing/2014/main" id="{53C4D9F5-F8AE-B932-A58A-8785D150DEFB}"/>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l="-2796" t="-6020" r="55519" b="84599"/>
          <a:stretch/>
        </p:blipFill>
        <p:spPr bwMode="auto">
          <a:xfrm>
            <a:off x="9592976" y="4229548"/>
            <a:ext cx="1204243" cy="545652"/>
          </a:xfrm>
          <a:prstGeom prst="ellipse">
            <a:avLst/>
          </a:prstGeom>
          <a:noFill/>
          <a:extLst>
            <a:ext uri="{909E8E84-426E-40DD-AFC4-6F175D3DCCD1}">
              <a14:hiddenFill xmlns:a14="http://schemas.microsoft.com/office/drawing/2010/main">
                <a:solidFill>
                  <a:srgbClr val="FFFFFF"/>
                </a:solidFill>
              </a14:hiddenFill>
            </a:ext>
          </a:extLst>
        </p:spPr>
      </p:pic>
      <p:pic>
        <p:nvPicPr>
          <p:cNvPr id="44" name="Picture 8" descr="Abstract Geometric Shape PNG, Vector, PSD, and Clipart With Transparent  Background for Free Download | Pngtree">
            <a:extLst>
              <a:ext uri="{FF2B5EF4-FFF2-40B4-BE49-F238E27FC236}">
                <a16:creationId xmlns:a16="http://schemas.microsoft.com/office/drawing/2014/main" id="{EA37F958-EE3B-05C6-A5D0-87B69C57AC7F}"/>
              </a:ext>
            </a:extLst>
          </p:cNvPr>
          <p:cNvPicPr>
            <a:picLocks noChangeAspect="1" noChangeArrowheads="1"/>
          </p:cNvPicPr>
          <p:nvPr userDrawn="1"/>
        </p:nvPicPr>
        <p:blipFill rotWithShape="1">
          <a:blip r:embed="rId4">
            <a:alphaModFix amt="20000"/>
            <a:extLst>
              <a:ext uri="{28A0092B-C50C-407E-A947-70E740481C1C}">
                <a14:useLocalDpi xmlns:a14="http://schemas.microsoft.com/office/drawing/2010/main" val="0"/>
              </a:ext>
            </a:extLst>
          </a:blip>
          <a:srcRect t="12248" r="66592" b="57976"/>
          <a:stretch/>
        </p:blipFill>
        <p:spPr bwMode="auto">
          <a:xfrm>
            <a:off x="10513376" y="5886274"/>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5" name="Picture 2" descr="Python White Icons – Free Download SVG, PNG, GIF">
            <a:extLst>
              <a:ext uri="{FF2B5EF4-FFF2-40B4-BE49-F238E27FC236}">
                <a16:creationId xmlns:a16="http://schemas.microsoft.com/office/drawing/2014/main" id="{1ABB83B5-8921-1868-4910-1AB436E0A032}"/>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84742" y="455550"/>
            <a:ext cx="498352" cy="498352"/>
          </a:xfrm>
          <a:prstGeom prst="rect">
            <a:avLst/>
          </a:prstGeom>
          <a:noFill/>
          <a:extLst>
            <a:ext uri="{909E8E84-426E-40DD-AFC4-6F175D3DCCD1}">
              <a14:hiddenFill xmlns:a14="http://schemas.microsoft.com/office/drawing/2010/main">
                <a:solidFill>
                  <a:srgbClr val="FFFFFF"/>
                </a:solidFill>
              </a14:hiddenFill>
            </a:ext>
          </a:extLst>
        </p:spPr>
      </p:pic>
      <p:sp>
        <p:nvSpPr>
          <p:cNvPr id="46" name="Rectangle: Single Corner Rounded 45">
            <a:extLst>
              <a:ext uri="{FF2B5EF4-FFF2-40B4-BE49-F238E27FC236}">
                <a16:creationId xmlns:a16="http://schemas.microsoft.com/office/drawing/2014/main" id="{679C31D5-F7B3-B2CB-C549-F711110A242B}"/>
              </a:ext>
            </a:extLst>
          </p:cNvPr>
          <p:cNvSpPr/>
          <p:nvPr userDrawn="1"/>
        </p:nvSpPr>
        <p:spPr>
          <a:xfrm>
            <a:off x="0" y="4476750"/>
            <a:ext cx="425450" cy="23812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81732A0B-0286-AE93-8852-201DF84C7B95}"/>
              </a:ext>
            </a:extLst>
          </p:cNvPr>
          <p:cNvSpPr/>
          <p:nvPr userDrawn="1"/>
        </p:nvSpPr>
        <p:spPr>
          <a:xfrm>
            <a:off x="583725" y="480309"/>
            <a:ext cx="11024550" cy="5897383"/>
          </a:xfrm>
          <a:prstGeom prst="roundRect">
            <a:avLst>
              <a:gd name="adj" fmla="val 0"/>
            </a:avLst>
          </a:prstGeom>
          <a:solidFill>
            <a:schemeClr val="bg1"/>
          </a:solidFill>
          <a:ln w="76200">
            <a:noFill/>
          </a:ln>
          <a:effectLst>
            <a:glow rad="342900">
              <a:schemeClr val="bg1">
                <a:lumMod val="65000"/>
                <a:alpha val="2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E962E720-DD45-54F0-BCB9-3F79152B6CB4}"/>
              </a:ext>
            </a:extLst>
          </p:cNvPr>
          <p:cNvSpPr>
            <a:spLocks noGrp="1"/>
          </p:cNvSpPr>
          <p:nvPr>
            <p:ph type="body" sz="quarter" idx="10"/>
          </p:nvPr>
        </p:nvSpPr>
        <p:spPr>
          <a:xfrm>
            <a:off x="858838" y="857871"/>
            <a:ext cx="10506075" cy="514225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Single Corner Rounded 2">
            <a:extLst>
              <a:ext uri="{FF2B5EF4-FFF2-40B4-BE49-F238E27FC236}">
                <a16:creationId xmlns:a16="http://schemas.microsoft.com/office/drawing/2014/main" id="{BBBC04F9-E5ED-26D6-F533-0DE2F3E8CA28}"/>
              </a:ext>
            </a:extLst>
          </p:cNvPr>
          <p:cNvSpPr/>
          <p:nvPr userDrawn="1"/>
        </p:nvSpPr>
        <p:spPr>
          <a:xfrm flipH="1" flipV="1">
            <a:off x="11766550" y="-16067"/>
            <a:ext cx="425450" cy="23812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Single Corner Rounded 4">
            <a:extLst>
              <a:ext uri="{FF2B5EF4-FFF2-40B4-BE49-F238E27FC236}">
                <a16:creationId xmlns:a16="http://schemas.microsoft.com/office/drawing/2014/main" id="{35715C5E-117B-BAA0-01F3-528A3988DF29}"/>
              </a:ext>
            </a:extLst>
          </p:cNvPr>
          <p:cNvSpPr/>
          <p:nvPr userDrawn="1"/>
        </p:nvSpPr>
        <p:spPr>
          <a:xfrm flipV="1">
            <a:off x="0" y="-16067"/>
            <a:ext cx="425450" cy="23812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4F157D36-C12D-AB8A-2A79-630665325988}"/>
              </a:ext>
            </a:extLst>
          </p:cNvPr>
          <p:cNvSpPr txBox="1"/>
          <p:nvPr userDrawn="1"/>
        </p:nvSpPr>
        <p:spPr>
          <a:xfrm>
            <a:off x="523357" y="6578600"/>
            <a:ext cx="5107489" cy="246221"/>
          </a:xfrm>
          <a:prstGeom prst="rect">
            <a:avLst/>
          </a:prstGeom>
          <a:noFill/>
        </p:spPr>
        <p:txBody>
          <a:bodyPr wrap="square" rtlCol="0">
            <a:spAutoFit/>
          </a:bodyPr>
          <a:lstStyle/>
          <a:p>
            <a:r>
              <a:rPr lang="en-US" sz="1000" dirty="0">
                <a:solidFill>
                  <a:schemeClr val="bg1">
                    <a:lumMod val="65000"/>
                  </a:schemeClr>
                </a:solidFill>
              </a:rPr>
              <a:t>Md. Shakil - Assessor &amp; Trainer - National Skill Development Authority</a:t>
            </a:r>
          </a:p>
        </p:txBody>
      </p:sp>
      <p:grpSp>
        <p:nvGrpSpPr>
          <p:cNvPr id="7" name="Group 6">
            <a:extLst>
              <a:ext uri="{FF2B5EF4-FFF2-40B4-BE49-F238E27FC236}">
                <a16:creationId xmlns:a16="http://schemas.microsoft.com/office/drawing/2014/main" id="{3B16E93B-1153-C86F-6014-F4E9EE71689B}"/>
              </a:ext>
            </a:extLst>
          </p:cNvPr>
          <p:cNvGrpSpPr/>
          <p:nvPr userDrawn="1"/>
        </p:nvGrpSpPr>
        <p:grpSpPr>
          <a:xfrm>
            <a:off x="5604313" y="6196873"/>
            <a:ext cx="983374" cy="457200"/>
            <a:chOff x="1950885" y="4827717"/>
            <a:chExt cx="983374" cy="457200"/>
          </a:xfrm>
        </p:grpSpPr>
        <p:pic>
          <p:nvPicPr>
            <p:cNvPr id="8" name="Picture 4" descr="Python Logo PNG Transparent – Brands Logos">
              <a:extLst>
                <a:ext uri="{FF2B5EF4-FFF2-40B4-BE49-F238E27FC236}">
                  <a16:creationId xmlns:a16="http://schemas.microsoft.com/office/drawing/2014/main" id="{72ECC214-95A5-3148-3D29-AC2BD22DF7BC}"/>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950885" y="4827717"/>
              <a:ext cx="458999" cy="4572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Django Icon #266158 - Free Icons Library">
              <a:extLst>
                <a:ext uri="{FF2B5EF4-FFF2-40B4-BE49-F238E27FC236}">
                  <a16:creationId xmlns:a16="http://schemas.microsoft.com/office/drawing/2014/main" id="{C29E2FA2-02D6-7F7D-8D65-F7575CED2B04}"/>
                </a:ext>
              </a:extLst>
            </p:cNvPr>
            <p:cNvPicPr>
              <a:picLocks noChangeAspect="1" noChangeArrowheads="1"/>
            </p:cNvPicPr>
            <p:nvPr userDrawn="1"/>
          </p:nvPicPr>
          <p:blipFill rotWithShape="1">
            <a:blip r:embed="rId9">
              <a:extLst>
                <a:ext uri="{28A0092B-C50C-407E-A947-70E740481C1C}">
                  <a14:useLocalDpi xmlns:a14="http://schemas.microsoft.com/office/drawing/2010/main" val="0"/>
                </a:ext>
              </a:extLst>
            </a:blip>
            <a:srcRect l="3957" t="3918" r="4003" b="4265"/>
            <a:stretch/>
          </p:blipFill>
          <p:spPr bwMode="auto">
            <a:xfrm>
              <a:off x="2475941" y="4827717"/>
              <a:ext cx="458318" cy="4572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55603528"/>
      </p:ext>
    </p:extLst>
  </p:cSld>
  <p:clrMapOvr>
    <a:overrideClrMapping bg1="lt1" tx1="dk1" bg2="lt2" tx2="dk2" accent1="accent1" accent2="accent2" accent3="accent3" accent4="accent4" accent5="accent5" accent6="accent6" hlink="hlink" folHlink="folHlink"/>
  </p:clrMapOvr>
  <p:transition>
    <p:pull/>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Content">
    <p:bg>
      <p:bgRef idx="1001">
        <a:schemeClr val="bg1"/>
      </p:bgRef>
    </p:bg>
    <p:spTree>
      <p:nvGrpSpPr>
        <p:cNvPr id="1" name=""/>
        <p:cNvGrpSpPr/>
        <p:nvPr/>
      </p:nvGrpSpPr>
      <p:grpSpPr>
        <a:xfrm>
          <a:off x="0" y="0"/>
          <a:ext cx="0" cy="0"/>
          <a:chOff x="0" y="0"/>
          <a:chExt cx="0" cy="0"/>
        </a:xfrm>
      </p:grpSpPr>
      <p:pic>
        <p:nvPicPr>
          <p:cNvPr id="40" name="Picture 8" descr="Abstract Geometric Shape PNG, Vector, PSD, and Clipart With Transparent  Background for Free Download | Pngtree">
            <a:extLst>
              <a:ext uri="{FF2B5EF4-FFF2-40B4-BE49-F238E27FC236}">
                <a16:creationId xmlns:a16="http://schemas.microsoft.com/office/drawing/2014/main" id="{23974493-1E97-275C-6AEF-CF097BC514D0}"/>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t="12248" r="66592" b="57976"/>
          <a:stretch/>
        </p:blipFill>
        <p:spPr bwMode="auto">
          <a:xfrm>
            <a:off x="7903610" y="312917"/>
            <a:ext cx="850955" cy="758467"/>
          </a:xfrm>
          <a:prstGeom prst="ellipse">
            <a:avLst/>
          </a:prstGeom>
          <a:noFill/>
          <a:extLst>
            <a:ext uri="{909E8E84-426E-40DD-AFC4-6F175D3DCCD1}">
              <a14:hiddenFill xmlns:a14="http://schemas.microsoft.com/office/drawing/2010/main">
                <a:solidFill>
                  <a:srgbClr val="FFFFFF"/>
                </a:solidFill>
              </a14:hiddenFill>
            </a:ext>
          </a:extLst>
        </p:spPr>
      </p:pic>
      <p:sp>
        <p:nvSpPr>
          <p:cNvPr id="25" name="Rectangle: Top Corners Rounded 24">
            <a:extLst>
              <a:ext uri="{FF2B5EF4-FFF2-40B4-BE49-F238E27FC236}">
                <a16:creationId xmlns:a16="http://schemas.microsoft.com/office/drawing/2014/main" id="{24E01BB4-D3EF-3D83-72A6-6A76F24274B1}"/>
              </a:ext>
            </a:extLst>
          </p:cNvPr>
          <p:cNvSpPr/>
          <p:nvPr userDrawn="1"/>
        </p:nvSpPr>
        <p:spPr>
          <a:xfrm rot="5400000">
            <a:off x="3673953" y="-3394553"/>
            <a:ext cx="1079500" cy="8427406"/>
          </a:xfrm>
          <a:prstGeom prst="round2SameRect">
            <a:avLst>
              <a:gd name="adj1" fmla="val 20719"/>
              <a:gd name="adj2" fmla="val 0"/>
            </a:avLst>
          </a:prstGeom>
          <a:solidFill>
            <a:srgbClr val="A6CF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Single Corner Rounded 25">
            <a:extLst>
              <a:ext uri="{FF2B5EF4-FFF2-40B4-BE49-F238E27FC236}">
                <a16:creationId xmlns:a16="http://schemas.microsoft.com/office/drawing/2014/main" id="{F7D579D1-CC19-5325-72BE-FE4596D337A2}"/>
              </a:ext>
            </a:extLst>
          </p:cNvPr>
          <p:cNvSpPr/>
          <p:nvPr userDrawn="1"/>
        </p:nvSpPr>
        <p:spPr>
          <a:xfrm flipH="1">
            <a:off x="11766550" y="4476750"/>
            <a:ext cx="425450" cy="23812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Top Corners Rounded 26">
            <a:extLst>
              <a:ext uri="{FF2B5EF4-FFF2-40B4-BE49-F238E27FC236}">
                <a16:creationId xmlns:a16="http://schemas.microsoft.com/office/drawing/2014/main" id="{C1E6DFA7-5710-3053-244D-4016136191F9}"/>
              </a:ext>
            </a:extLst>
          </p:cNvPr>
          <p:cNvSpPr/>
          <p:nvPr userDrawn="1"/>
        </p:nvSpPr>
        <p:spPr>
          <a:xfrm rot="5400000">
            <a:off x="3617338" y="-3426839"/>
            <a:ext cx="1079500" cy="8314177"/>
          </a:xfrm>
          <a:prstGeom prst="round2SameRect">
            <a:avLst>
              <a:gd name="adj1" fmla="val 20719"/>
              <a:gd name="adj2" fmla="val 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0" name="Picture 4" descr="Download Free Abstract shape Special Flat icon Icons in PNG &amp; SVG">
            <a:extLst>
              <a:ext uri="{FF2B5EF4-FFF2-40B4-BE49-F238E27FC236}">
                <a16:creationId xmlns:a16="http://schemas.microsoft.com/office/drawing/2014/main" id="{BA832964-A607-9790-80A0-F7EE54D281C5}"/>
              </a:ext>
            </a:extLst>
          </p:cNvPr>
          <p:cNvPicPr>
            <a:picLocks noChangeAspect="1" noChangeArrowheads="1"/>
          </p:cNvPicPr>
          <p:nvPr userDrawn="1"/>
        </p:nvPicPr>
        <p:blipFill rotWithShape="1">
          <a:blip r:embed="rId3">
            <a:alphaModFix amt="20000"/>
            <a:extLst>
              <a:ext uri="{28A0092B-C50C-407E-A947-70E740481C1C}">
                <a14:useLocalDpi xmlns:a14="http://schemas.microsoft.com/office/drawing/2010/main" val="0"/>
              </a:ext>
            </a:extLst>
          </a:blip>
          <a:srcRect l="10237"/>
          <a:stretch/>
        </p:blipFill>
        <p:spPr bwMode="auto">
          <a:xfrm flipH="1">
            <a:off x="11063400" y="-137722"/>
            <a:ext cx="1128600" cy="125730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Abstract shape - Free shapes and symbols icons">
            <a:extLst>
              <a:ext uri="{FF2B5EF4-FFF2-40B4-BE49-F238E27FC236}">
                <a16:creationId xmlns:a16="http://schemas.microsoft.com/office/drawing/2014/main" id="{F3164AF9-3A8B-147C-6959-0256F893C103}"/>
              </a:ext>
            </a:extLst>
          </p:cNvPr>
          <p:cNvPicPr>
            <a:picLocks noChangeAspect="1" noChangeArrowheads="1"/>
          </p:cNvPicPr>
          <p:nvPr userDrawn="1"/>
        </p:nvPicPr>
        <p:blipFill>
          <a:blip r:embed="rId4">
            <a:alphaModFix amt="35000"/>
            <a:extLst>
              <a:ext uri="{28A0092B-C50C-407E-A947-70E740481C1C}">
                <a14:useLocalDpi xmlns:a14="http://schemas.microsoft.com/office/drawing/2010/main" val="0"/>
              </a:ext>
            </a:extLst>
          </a:blip>
          <a:srcRect/>
          <a:stretch>
            <a:fillRect/>
          </a:stretch>
        </p:blipFill>
        <p:spPr bwMode="auto">
          <a:xfrm>
            <a:off x="10513376" y="1487939"/>
            <a:ext cx="930275" cy="930275"/>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Abstract Geometric Shape PNG, Vector, PSD, and Clipart With Transparent  Background for Free Download | Pngtree">
            <a:extLst>
              <a:ext uri="{FF2B5EF4-FFF2-40B4-BE49-F238E27FC236}">
                <a16:creationId xmlns:a16="http://schemas.microsoft.com/office/drawing/2014/main" id="{81F3228C-C4B1-92B5-7E1A-F8077CE399D8}"/>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t="12248" r="66592" b="57976"/>
          <a:stretch/>
        </p:blipFill>
        <p:spPr bwMode="auto">
          <a:xfrm>
            <a:off x="4977692" y="6124128"/>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106" name="Picture 10" descr="abstract geometric triangle shape graphic one line continuous 45723494  Vector Art at Vecteezy">
            <a:extLst>
              <a:ext uri="{FF2B5EF4-FFF2-40B4-BE49-F238E27FC236}">
                <a16:creationId xmlns:a16="http://schemas.microsoft.com/office/drawing/2014/main" id="{D7E7E7BE-D4B3-99F4-CCFD-907EC45785C3}"/>
              </a:ext>
            </a:extLst>
          </p:cNvPr>
          <p:cNvPicPr>
            <a:picLocks noChangeAspect="1" noChangeArrowheads="1"/>
          </p:cNvPicPr>
          <p:nvPr userDrawn="1"/>
        </p:nvPicPr>
        <p:blipFill>
          <a:blip r:embed="rId5">
            <a:alphaModFix amt="20000"/>
            <a:extLst>
              <a:ext uri="{28A0092B-C50C-407E-A947-70E740481C1C}">
                <a14:useLocalDpi xmlns:a14="http://schemas.microsoft.com/office/drawing/2010/main" val="0"/>
              </a:ext>
            </a:extLst>
          </a:blip>
          <a:srcRect/>
          <a:stretch>
            <a:fillRect/>
          </a:stretch>
        </p:blipFill>
        <p:spPr bwMode="auto">
          <a:xfrm>
            <a:off x="1" y="4775200"/>
            <a:ext cx="3273178" cy="2082800"/>
          </a:xfrm>
          <a:prstGeom prst="rect">
            <a:avLst/>
          </a:prstGeom>
          <a:noFill/>
          <a:extLst>
            <a:ext uri="{909E8E84-426E-40DD-AFC4-6F175D3DCCD1}">
              <a14:hiddenFill xmlns:a14="http://schemas.microsoft.com/office/drawing/2010/main">
                <a:solidFill>
                  <a:srgbClr val="FFFFFF"/>
                </a:solidFill>
              </a14:hiddenFill>
            </a:ext>
          </a:extLst>
        </p:spPr>
      </p:pic>
      <p:sp>
        <p:nvSpPr>
          <p:cNvPr id="19" name="Title 1">
            <a:extLst>
              <a:ext uri="{FF2B5EF4-FFF2-40B4-BE49-F238E27FC236}">
                <a16:creationId xmlns:a16="http://schemas.microsoft.com/office/drawing/2014/main" id="{F9268D27-3B1B-2E81-3C2F-83E96E52709A}"/>
              </a:ext>
            </a:extLst>
          </p:cNvPr>
          <p:cNvSpPr>
            <a:spLocks noGrp="1"/>
          </p:cNvSpPr>
          <p:nvPr>
            <p:ph type="title"/>
          </p:nvPr>
        </p:nvSpPr>
        <p:spPr>
          <a:xfrm>
            <a:off x="655637" y="222322"/>
            <a:ext cx="6316663" cy="1047679"/>
          </a:xfrm>
        </p:spPr>
        <p:txBody>
          <a:bodyPr>
            <a:noAutofit/>
          </a:bodyPr>
          <a:lstStyle>
            <a:lvl1pPr>
              <a:defRPr sz="3200" b="1">
                <a:solidFill>
                  <a:schemeClr val="bg1"/>
                </a:solidFill>
                <a:latin typeface="+mn-lt"/>
                <a:ea typeface="Roboto Black" panose="02000000000000000000" pitchFamily="2" charset="0"/>
              </a:defRPr>
            </a:lvl1pPr>
          </a:lstStyle>
          <a:p>
            <a:r>
              <a:rPr lang="en-US" dirty="0"/>
              <a:t>Click to edit Master title style</a:t>
            </a:r>
          </a:p>
        </p:txBody>
      </p:sp>
      <p:pic>
        <p:nvPicPr>
          <p:cNvPr id="28" name="Picture 12" descr="Geometric Abstract Shapes Vector PNG Images, Geometric Shape, Geometric,  Shapes, Line PNG Image For Free Download">
            <a:extLst>
              <a:ext uri="{FF2B5EF4-FFF2-40B4-BE49-F238E27FC236}">
                <a16:creationId xmlns:a16="http://schemas.microsoft.com/office/drawing/2014/main" id="{D7A128B6-B167-0AEE-B9D2-579466698A25}"/>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t="6106" r="77120" b="71014"/>
          <a:stretch/>
        </p:blipFill>
        <p:spPr bwMode="auto">
          <a:xfrm>
            <a:off x="4069544" y="1730274"/>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9" name="Picture 12" descr="Geometric Abstract Shapes Vector PNG Images, Geometric Shape, Geometric,  Shapes, Line PNG Image For Free Download">
            <a:extLst>
              <a:ext uri="{FF2B5EF4-FFF2-40B4-BE49-F238E27FC236}">
                <a16:creationId xmlns:a16="http://schemas.microsoft.com/office/drawing/2014/main" id="{FF5F6C9A-226C-D8BA-871E-97FB7CFE05EF}"/>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29101" t="1646" r="48019" b="75474"/>
          <a:stretch/>
        </p:blipFill>
        <p:spPr bwMode="auto">
          <a:xfrm>
            <a:off x="8427406" y="606678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0" name="Picture 12" descr="Geometric Abstract Shapes Vector PNG Images, Geometric Shape, Geometric,  Shapes, Line PNG Image For Free Download">
            <a:extLst>
              <a:ext uri="{FF2B5EF4-FFF2-40B4-BE49-F238E27FC236}">
                <a16:creationId xmlns:a16="http://schemas.microsoft.com/office/drawing/2014/main" id="{D7CE3784-FEF0-A1A3-1842-5D53154A1030}"/>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5635" t="32144" r="71485" b="44976"/>
          <a:stretch/>
        </p:blipFill>
        <p:spPr bwMode="auto">
          <a:xfrm>
            <a:off x="2560513" y="411276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1" name="Picture 12" descr="Geometric Abstract Shapes Vector PNG Images, Geometric Shape, Geometric,  Shapes, Line PNG Image For Free Download">
            <a:extLst>
              <a:ext uri="{FF2B5EF4-FFF2-40B4-BE49-F238E27FC236}">
                <a16:creationId xmlns:a16="http://schemas.microsoft.com/office/drawing/2014/main" id="{437BA7E9-722D-EC6E-4D24-902E046EFF4A}"/>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55104" t="44021" r="11432" b="33099"/>
          <a:stretch/>
        </p:blipFill>
        <p:spPr bwMode="auto">
          <a:xfrm>
            <a:off x="-54426" y="1747013"/>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2" name="Picture 12" descr="Geometric Abstract Shapes Vector PNG Images, Geometric Shape, Geometric,  Shapes, Line PNG Image For Free Download">
            <a:extLst>
              <a:ext uri="{FF2B5EF4-FFF2-40B4-BE49-F238E27FC236}">
                <a16:creationId xmlns:a16="http://schemas.microsoft.com/office/drawing/2014/main" id="{BFE20F6B-BF8F-55A9-74FD-F65DBB856197}"/>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67941" t="61985" r="4529" b="15135"/>
          <a:stretch/>
        </p:blipFill>
        <p:spPr bwMode="auto">
          <a:xfrm>
            <a:off x="3273179" y="6037016"/>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3" name="Picture 12" descr="Geometric Abstract Shapes Vector PNG Images, Geometric Shape, Geometric,  Shapes, Line PNG Image For Free Download">
            <a:extLst>
              <a:ext uri="{FF2B5EF4-FFF2-40B4-BE49-F238E27FC236}">
                <a16:creationId xmlns:a16="http://schemas.microsoft.com/office/drawing/2014/main" id="{CFF88DD8-ED17-BCBA-3A35-BB80388DCBE3}"/>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29101" t="1646" r="48019" b="75474"/>
          <a:stretch/>
        </p:blipFill>
        <p:spPr bwMode="auto">
          <a:xfrm>
            <a:off x="9913853" y="271205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4" name="Picture 12" descr="Geometric Abstract Shapes Vector PNG Images, Geometric Shape, Geometric,  Shapes, Line PNG Image For Free Download">
            <a:extLst>
              <a:ext uri="{FF2B5EF4-FFF2-40B4-BE49-F238E27FC236}">
                <a16:creationId xmlns:a16="http://schemas.microsoft.com/office/drawing/2014/main" id="{59EB38F1-09E8-7583-F5E1-C5DC3C27E3C6}"/>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5635" t="32144" r="71485" b="44976"/>
          <a:stretch/>
        </p:blipFill>
        <p:spPr bwMode="auto">
          <a:xfrm>
            <a:off x="7156690" y="236969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5" name="Picture 12" descr="Geometric Abstract Shapes Vector PNG Images, Geometric Shape, Geometric,  Shapes, Line PNG Image For Free Download">
            <a:extLst>
              <a:ext uri="{FF2B5EF4-FFF2-40B4-BE49-F238E27FC236}">
                <a16:creationId xmlns:a16="http://schemas.microsoft.com/office/drawing/2014/main" id="{44AB5AA5-0D6C-7AAC-65B8-709D375BD8EE}"/>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67941" t="61985" r="4529" b="15135"/>
          <a:stretch/>
        </p:blipFill>
        <p:spPr bwMode="auto">
          <a:xfrm>
            <a:off x="5297988" y="4333517"/>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6" name="Picture 12" descr="Geometric Abstract Shapes Vector PNG Images, Geometric Shape, Geometric,  Shapes, Line PNG Image For Free Download">
            <a:extLst>
              <a:ext uri="{FF2B5EF4-FFF2-40B4-BE49-F238E27FC236}">
                <a16:creationId xmlns:a16="http://schemas.microsoft.com/office/drawing/2014/main" id="{CB955C36-0238-9135-9669-7E775FC2BE2E}"/>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55104" t="44021" r="11432" b="33099"/>
          <a:stretch/>
        </p:blipFill>
        <p:spPr bwMode="auto">
          <a:xfrm>
            <a:off x="8427406" y="1194495"/>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7" name="Picture 12" descr="Geometric Abstract Shapes Vector PNG Images, Geometric Shape, Geometric,  Shapes, Line PNG Image For Free Download">
            <a:extLst>
              <a:ext uri="{FF2B5EF4-FFF2-40B4-BE49-F238E27FC236}">
                <a16:creationId xmlns:a16="http://schemas.microsoft.com/office/drawing/2014/main" id="{5E162228-2358-F62B-ADAE-975E3A4557D6}"/>
              </a:ext>
            </a:extLst>
          </p:cNvPr>
          <p:cNvPicPr>
            <a:picLocks noChangeAspect="1" noChangeArrowheads="1"/>
          </p:cNvPicPr>
          <p:nvPr userDrawn="1"/>
        </p:nvPicPr>
        <p:blipFill rotWithShape="1">
          <a:blip r:embed="rId6">
            <a:alphaModFix amt="35000"/>
            <a:extLst>
              <a:ext uri="{28A0092B-C50C-407E-A947-70E740481C1C}">
                <a14:useLocalDpi xmlns:a14="http://schemas.microsoft.com/office/drawing/2010/main" val="0"/>
              </a:ext>
            </a:extLst>
          </a:blip>
          <a:srcRect l="67941" t="61985" r="4529" b="15135"/>
          <a:stretch/>
        </p:blipFill>
        <p:spPr bwMode="auto">
          <a:xfrm>
            <a:off x="8719037" y="4903250"/>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8" name="Picture 8" descr="Abstract Geometric Shape PNG, Vector, PSD, and Clipart With Transparent  Background for Free Download | Pngtree">
            <a:extLst>
              <a:ext uri="{FF2B5EF4-FFF2-40B4-BE49-F238E27FC236}">
                <a16:creationId xmlns:a16="http://schemas.microsoft.com/office/drawing/2014/main" id="{F3E8C285-9C6C-70F7-D658-E55A8A631C78}"/>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l="-2796" t="-6020" r="55519" b="84599"/>
          <a:stretch/>
        </p:blipFill>
        <p:spPr bwMode="auto">
          <a:xfrm>
            <a:off x="4647963" y="3243892"/>
            <a:ext cx="1204243" cy="545652"/>
          </a:xfrm>
          <a:prstGeom prst="ellipse">
            <a:avLst/>
          </a:prstGeom>
          <a:noFill/>
          <a:extLst>
            <a:ext uri="{909E8E84-426E-40DD-AFC4-6F175D3DCCD1}">
              <a14:hiddenFill xmlns:a14="http://schemas.microsoft.com/office/drawing/2010/main">
                <a:solidFill>
                  <a:srgbClr val="FFFFFF"/>
                </a:solidFill>
              </a14:hiddenFill>
            </a:ext>
          </a:extLst>
        </p:spPr>
      </p:pic>
      <p:pic>
        <p:nvPicPr>
          <p:cNvPr id="39" name="Picture 8" descr="Abstract Geometric Shape PNG, Vector, PSD, and Clipart With Transparent  Background for Free Download | Pngtree">
            <a:extLst>
              <a:ext uri="{FF2B5EF4-FFF2-40B4-BE49-F238E27FC236}">
                <a16:creationId xmlns:a16="http://schemas.microsoft.com/office/drawing/2014/main" id="{EB5FC8F9-76B5-8586-CCAD-4BFE03CE1762}"/>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l="45160" t="24513" r="13914" b="49811"/>
          <a:stretch/>
        </p:blipFill>
        <p:spPr bwMode="auto">
          <a:xfrm>
            <a:off x="7282592" y="3748575"/>
            <a:ext cx="1042471" cy="654050"/>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8" descr="Abstract Geometric Shape PNG, Vector, PSD, and Clipart With Transparent  Background for Free Download | Pngtree">
            <a:extLst>
              <a:ext uri="{FF2B5EF4-FFF2-40B4-BE49-F238E27FC236}">
                <a16:creationId xmlns:a16="http://schemas.microsoft.com/office/drawing/2014/main" id="{AEA23577-5E2B-1B3E-A6D1-4BDE45D0F555}"/>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t="12248" r="66592" b="57976"/>
          <a:stretch/>
        </p:blipFill>
        <p:spPr bwMode="auto">
          <a:xfrm>
            <a:off x="7883" y="3137484"/>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2" name="Picture 8" descr="Abstract Geometric Shape PNG, Vector, PSD, and Clipart With Transparent  Background for Free Download | Pngtree">
            <a:extLst>
              <a:ext uri="{FF2B5EF4-FFF2-40B4-BE49-F238E27FC236}">
                <a16:creationId xmlns:a16="http://schemas.microsoft.com/office/drawing/2014/main" id="{A71F214D-B4B5-FD11-F850-E3C26FCFED75}"/>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l="45160" t="24513" r="13914" b="49811"/>
          <a:stretch/>
        </p:blipFill>
        <p:spPr bwMode="auto">
          <a:xfrm>
            <a:off x="2333742" y="2091189"/>
            <a:ext cx="1042471" cy="654050"/>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8" descr="Abstract Geometric Shape PNG, Vector, PSD, and Clipart With Transparent  Background for Free Download | Pngtree">
            <a:extLst>
              <a:ext uri="{FF2B5EF4-FFF2-40B4-BE49-F238E27FC236}">
                <a16:creationId xmlns:a16="http://schemas.microsoft.com/office/drawing/2014/main" id="{53C4D9F5-F8AE-B932-A58A-8785D150DEFB}"/>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l="-2796" t="-6020" r="55519" b="84599"/>
          <a:stretch/>
        </p:blipFill>
        <p:spPr bwMode="auto">
          <a:xfrm>
            <a:off x="9592976" y="4229548"/>
            <a:ext cx="1204243" cy="545652"/>
          </a:xfrm>
          <a:prstGeom prst="ellipse">
            <a:avLst/>
          </a:prstGeom>
          <a:noFill/>
          <a:extLst>
            <a:ext uri="{909E8E84-426E-40DD-AFC4-6F175D3DCCD1}">
              <a14:hiddenFill xmlns:a14="http://schemas.microsoft.com/office/drawing/2010/main">
                <a:solidFill>
                  <a:srgbClr val="FFFFFF"/>
                </a:solidFill>
              </a14:hiddenFill>
            </a:ext>
          </a:extLst>
        </p:spPr>
      </p:pic>
      <p:pic>
        <p:nvPicPr>
          <p:cNvPr id="44" name="Picture 8" descr="Abstract Geometric Shape PNG, Vector, PSD, and Clipart With Transparent  Background for Free Download | Pngtree">
            <a:extLst>
              <a:ext uri="{FF2B5EF4-FFF2-40B4-BE49-F238E27FC236}">
                <a16:creationId xmlns:a16="http://schemas.microsoft.com/office/drawing/2014/main" id="{EA37F958-EE3B-05C6-A5D0-87B69C57AC7F}"/>
              </a:ext>
            </a:extLst>
          </p:cNvPr>
          <p:cNvPicPr>
            <a:picLocks noChangeAspect="1" noChangeArrowheads="1"/>
          </p:cNvPicPr>
          <p:nvPr userDrawn="1"/>
        </p:nvPicPr>
        <p:blipFill rotWithShape="1">
          <a:blip r:embed="rId2">
            <a:alphaModFix amt="20000"/>
            <a:extLst>
              <a:ext uri="{28A0092B-C50C-407E-A947-70E740481C1C}">
                <a14:useLocalDpi xmlns:a14="http://schemas.microsoft.com/office/drawing/2010/main" val="0"/>
              </a:ext>
            </a:extLst>
          </a:blip>
          <a:srcRect t="12248" r="66592" b="57976"/>
          <a:stretch/>
        </p:blipFill>
        <p:spPr bwMode="auto">
          <a:xfrm>
            <a:off x="10513376" y="5886274"/>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5" name="Picture 2" descr="Python White Icons – Free Download SVG, PNG, GIF">
            <a:extLst>
              <a:ext uri="{FF2B5EF4-FFF2-40B4-BE49-F238E27FC236}">
                <a16:creationId xmlns:a16="http://schemas.microsoft.com/office/drawing/2014/main" id="{1ABB83B5-8921-1868-4910-1AB436E0A032}"/>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84742" y="455550"/>
            <a:ext cx="498352" cy="498352"/>
          </a:xfrm>
          <a:prstGeom prst="rect">
            <a:avLst/>
          </a:prstGeom>
          <a:noFill/>
          <a:extLst>
            <a:ext uri="{909E8E84-426E-40DD-AFC4-6F175D3DCCD1}">
              <a14:hiddenFill xmlns:a14="http://schemas.microsoft.com/office/drawing/2010/main">
                <a:solidFill>
                  <a:srgbClr val="FFFFFF"/>
                </a:solidFill>
              </a14:hiddenFill>
            </a:ext>
          </a:extLst>
        </p:spPr>
      </p:pic>
      <p:sp>
        <p:nvSpPr>
          <p:cNvPr id="46" name="Rectangle: Single Corner Rounded 45">
            <a:extLst>
              <a:ext uri="{FF2B5EF4-FFF2-40B4-BE49-F238E27FC236}">
                <a16:creationId xmlns:a16="http://schemas.microsoft.com/office/drawing/2014/main" id="{679C31D5-F7B3-B2CB-C549-F711110A242B}"/>
              </a:ext>
            </a:extLst>
          </p:cNvPr>
          <p:cNvSpPr/>
          <p:nvPr userDrawn="1"/>
        </p:nvSpPr>
        <p:spPr>
          <a:xfrm>
            <a:off x="0" y="4476750"/>
            <a:ext cx="425450" cy="23812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81732A0B-0286-AE93-8852-201DF84C7B95}"/>
              </a:ext>
            </a:extLst>
          </p:cNvPr>
          <p:cNvSpPr/>
          <p:nvPr userDrawn="1"/>
        </p:nvSpPr>
        <p:spPr>
          <a:xfrm>
            <a:off x="583725" y="1631713"/>
            <a:ext cx="11024550" cy="4913370"/>
          </a:xfrm>
          <a:prstGeom prst="roundRect">
            <a:avLst>
              <a:gd name="adj" fmla="val 0"/>
            </a:avLst>
          </a:prstGeom>
          <a:solidFill>
            <a:schemeClr val="bg1"/>
          </a:solidFill>
          <a:ln w="76200">
            <a:noFill/>
          </a:ln>
          <a:effectLst>
            <a:glow rad="342900">
              <a:schemeClr val="bg1">
                <a:lumMod val="65000"/>
                <a:alpha val="2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 Placeholder 47">
            <a:extLst>
              <a:ext uri="{FF2B5EF4-FFF2-40B4-BE49-F238E27FC236}">
                <a16:creationId xmlns:a16="http://schemas.microsoft.com/office/drawing/2014/main" id="{39CDC3B5-6EEE-B79F-8548-68D670904D42}"/>
              </a:ext>
            </a:extLst>
          </p:cNvPr>
          <p:cNvSpPr>
            <a:spLocks noGrp="1"/>
          </p:cNvSpPr>
          <p:nvPr>
            <p:ph type="body" sz="quarter" idx="10"/>
          </p:nvPr>
        </p:nvSpPr>
        <p:spPr>
          <a:xfrm>
            <a:off x="858838" y="1881595"/>
            <a:ext cx="10342562" cy="437832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Box 1">
            <a:extLst>
              <a:ext uri="{FF2B5EF4-FFF2-40B4-BE49-F238E27FC236}">
                <a16:creationId xmlns:a16="http://schemas.microsoft.com/office/drawing/2014/main" id="{F7CC3141-72F6-054A-9AFF-844455B07A01}"/>
              </a:ext>
            </a:extLst>
          </p:cNvPr>
          <p:cNvSpPr txBox="1"/>
          <p:nvPr userDrawn="1"/>
        </p:nvSpPr>
        <p:spPr>
          <a:xfrm>
            <a:off x="523357" y="6578600"/>
            <a:ext cx="5107489" cy="246221"/>
          </a:xfrm>
          <a:prstGeom prst="rect">
            <a:avLst/>
          </a:prstGeom>
          <a:noFill/>
        </p:spPr>
        <p:txBody>
          <a:bodyPr wrap="square" rtlCol="0">
            <a:spAutoFit/>
          </a:bodyPr>
          <a:lstStyle/>
          <a:p>
            <a:r>
              <a:rPr lang="en-US" sz="1000" dirty="0">
                <a:solidFill>
                  <a:schemeClr val="bg1">
                    <a:lumMod val="65000"/>
                  </a:schemeClr>
                </a:solidFill>
              </a:rPr>
              <a:t>Md. Shakil - Assessor &amp; Trainer - National Skill Development Authority</a:t>
            </a:r>
          </a:p>
        </p:txBody>
      </p:sp>
      <p:grpSp>
        <p:nvGrpSpPr>
          <p:cNvPr id="3" name="Group 2">
            <a:extLst>
              <a:ext uri="{FF2B5EF4-FFF2-40B4-BE49-F238E27FC236}">
                <a16:creationId xmlns:a16="http://schemas.microsoft.com/office/drawing/2014/main" id="{FD81B035-E549-F297-849C-B6FC83FDB32B}"/>
              </a:ext>
            </a:extLst>
          </p:cNvPr>
          <p:cNvGrpSpPr/>
          <p:nvPr userDrawn="1"/>
        </p:nvGrpSpPr>
        <p:grpSpPr>
          <a:xfrm>
            <a:off x="5604313" y="6244510"/>
            <a:ext cx="983374" cy="457200"/>
            <a:chOff x="1950885" y="4827717"/>
            <a:chExt cx="983374" cy="457200"/>
          </a:xfrm>
        </p:grpSpPr>
        <p:pic>
          <p:nvPicPr>
            <p:cNvPr id="4" name="Picture 4" descr="Python Logo PNG Transparent – Brands Logos">
              <a:extLst>
                <a:ext uri="{FF2B5EF4-FFF2-40B4-BE49-F238E27FC236}">
                  <a16:creationId xmlns:a16="http://schemas.microsoft.com/office/drawing/2014/main" id="{0AF32D02-D081-47DA-370B-D63AB40CF46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950885" y="4827717"/>
              <a:ext cx="458999" cy="4572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Django Icon #266158 - Free Icons Library">
              <a:extLst>
                <a:ext uri="{FF2B5EF4-FFF2-40B4-BE49-F238E27FC236}">
                  <a16:creationId xmlns:a16="http://schemas.microsoft.com/office/drawing/2014/main" id="{EC1D3776-5CB7-01BB-F0B6-892538BADAA3}"/>
                </a:ext>
              </a:extLst>
            </p:cNvPr>
            <p:cNvPicPr>
              <a:picLocks noChangeAspect="1" noChangeArrowheads="1"/>
            </p:cNvPicPr>
            <p:nvPr userDrawn="1"/>
          </p:nvPicPr>
          <p:blipFill rotWithShape="1">
            <a:blip r:embed="rId9">
              <a:extLst>
                <a:ext uri="{28A0092B-C50C-407E-A947-70E740481C1C}">
                  <a14:useLocalDpi xmlns:a14="http://schemas.microsoft.com/office/drawing/2010/main" val="0"/>
                </a:ext>
              </a:extLst>
            </a:blip>
            <a:srcRect l="3957" t="3918" r="4003" b="4265"/>
            <a:stretch/>
          </p:blipFill>
          <p:spPr bwMode="auto">
            <a:xfrm>
              <a:off x="2475941" y="4827717"/>
              <a:ext cx="458318" cy="4572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589818567"/>
      </p:ext>
    </p:extLst>
  </p:cSld>
  <p:clrMapOvr>
    <a:overrideClrMapping bg1="lt1" tx1="dk1" bg2="lt2" tx2="dk2" accent1="accent1" accent2="accent2" accent3="accent3" accent4="accent4" accent5="accent5" accent6="accent6" hlink="hlink" folHlink="folHlink"/>
  </p:clrMapOvr>
  <p:transition>
    <p:pull/>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Title and Content">
    <p:bg>
      <p:bgRef idx="1001">
        <a:schemeClr val="bg1"/>
      </p:bgRef>
    </p:bg>
    <p:spTree>
      <p:nvGrpSpPr>
        <p:cNvPr id="1" name=""/>
        <p:cNvGrpSpPr/>
        <p:nvPr/>
      </p:nvGrpSpPr>
      <p:grpSpPr>
        <a:xfrm>
          <a:off x="0" y="0"/>
          <a:ext cx="0" cy="0"/>
          <a:chOff x="0" y="0"/>
          <a:chExt cx="0" cy="0"/>
        </a:xfrm>
      </p:grpSpPr>
      <p:sp>
        <p:nvSpPr>
          <p:cNvPr id="25" name="Rectangle: Top Corners Rounded 24">
            <a:extLst>
              <a:ext uri="{FF2B5EF4-FFF2-40B4-BE49-F238E27FC236}">
                <a16:creationId xmlns:a16="http://schemas.microsoft.com/office/drawing/2014/main" id="{24E01BB4-D3EF-3D83-72A6-6A76F24274B1}"/>
              </a:ext>
            </a:extLst>
          </p:cNvPr>
          <p:cNvSpPr/>
          <p:nvPr userDrawn="1"/>
        </p:nvSpPr>
        <p:spPr>
          <a:xfrm rot="5400000">
            <a:off x="3412055" y="-3132655"/>
            <a:ext cx="1079500" cy="7903610"/>
          </a:xfrm>
          <a:prstGeom prst="round2SameRect">
            <a:avLst>
              <a:gd name="adj1" fmla="val 20719"/>
              <a:gd name="adj2" fmla="val 0"/>
            </a:avLst>
          </a:prstGeom>
          <a:solidFill>
            <a:srgbClr val="A6CF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Single Corner Rounded 25">
            <a:extLst>
              <a:ext uri="{FF2B5EF4-FFF2-40B4-BE49-F238E27FC236}">
                <a16:creationId xmlns:a16="http://schemas.microsoft.com/office/drawing/2014/main" id="{F7D579D1-CC19-5325-72BE-FE4596D337A2}"/>
              </a:ext>
            </a:extLst>
          </p:cNvPr>
          <p:cNvSpPr/>
          <p:nvPr userDrawn="1"/>
        </p:nvSpPr>
        <p:spPr>
          <a:xfrm flipH="1">
            <a:off x="11766550" y="4476750"/>
            <a:ext cx="425450" cy="23812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Top Corners Rounded 26">
            <a:extLst>
              <a:ext uri="{FF2B5EF4-FFF2-40B4-BE49-F238E27FC236}">
                <a16:creationId xmlns:a16="http://schemas.microsoft.com/office/drawing/2014/main" id="{C1E6DFA7-5710-3053-244D-4016136191F9}"/>
              </a:ext>
            </a:extLst>
          </p:cNvPr>
          <p:cNvSpPr/>
          <p:nvPr userDrawn="1"/>
        </p:nvSpPr>
        <p:spPr>
          <a:xfrm rot="5400000">
            <a:off x="3358959" y="-3168460"/>
            <a:ext cx="1079500" cy="7797419"/>
          </a:xfrm>
          <a:prstGeom prst="round2SameRect">
            <a:avLst>
              <a:gd name="adj1" fmla="val 20719"/>
              <a:gd name="adj2" fmla="val 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0" name="Picture 4" descr="Download Free Abstract shape Special Flat icon Icons in PNG &amp; SVG">
            <a:extLst>
              <a:ext uri="{FF2B5EF4-FFF2-40B4-BE49-F238E27FC236}">
                <a16:creationId xmlns:a16="http://schemas.microsoft.com/office/drawing/2014/main" id="{BA832964-A607-9790-80A0-F7EE54D281C5}"/>
              </a:ext>
            </a:extLst>
          </p:cNvPr>
          <p:cNvPicPr>
            <a:picLocks noChangeAspect="1" noChangeArrowheads="1"/>
          </p:cNvPicPr>
          <p:nvPr userDrawn="1"/>
        </p:nvPicPr>
        <p:blipFill rotWithShape="1">
          <a:blip r:embed="rId2">
            <a:alphaModFix amt="10000"/>
            <a:extLst>
              <a:ext uri="{28A0092B-C50C-407E-A947-70E740481C1C}">
                <a14:useLocalDpi xmlns:a14="http://schemas.microsoft.com/office/drawing/2010/main" val="0"/>
              </a:ext>
            </a:extLst>
          </a:blip>
          <a:srcRect l="10237"/>
          <a:stretch/>
        </p:blipFill>
        <p:spPr bwMode="auto">
          <a:xfrm flipH="1">
            <a:off x="11063400" y="-137722"/>
            <a:ext cx="1128600" cy="125730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Abstract shape - Free shapes and symbols icons">
            <a:extLst>
              <a:ext uri="{FF2B5EF4-FFF2-40B4-BE49-F238E27FC236}">
                <a16:creationId xmlns:a16="http://schemas.microsoft.com/office/drawing/2014/main" id="{F3164AF9-3A8B-147C-6959-0256F893C103}"/>
              </a:ext>
            </a:extLst>
          </p:cNvPr>
          <p:cNvPicPr>
            <a:picLocks noChangeAspect="1" noChangeArrowheads="1"/>
          </p:cNvPicPr>
          <p:nvPr userDrawn="1"/>
        </p:nvPicPr>
        <p:blipFill>
          <a:blip r:embed="rId3">
            <a:alphaModFix amt="10000"/>
            <a:extLst>
              <a:ext uri="{28A0092B-C50C-407E-A947-70E740481C1C}">
                <a14:useLocalDpi xmlns:a14="http://schemas.microsoft.com/office/drawing/2010/main" val="0"/>
              </a:ext>
            </a:extLst>
          </a:blip>
          <a:srcRect/>
          <a:stretch>
            <a:fillRect/>
          </a:stretch>
        </p:blipFill>
        <p:spPr bwMode="auto">
          <a:xfrm>
            <a:off x="10513376" y="1487939"/>
            <a:ext cx="930275" cy="930275"/>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Abstract Geometric Shape PNG, Vector, PSD, and Clipart With Transparent  Background for Free Download | Pngtree">
            <a:extLst>
              <a:ext uri="{FF2B5EF4-FFF2-40B4-BE49-F238E27FC236}">
                <a16:creationId xmlns:a16="http://schemas.microsoft.com/office/drawing/2014/main" id="{81F3228C-C4B1-92B5-7E1A-F8077CE399D8}"/>
              </a:ext>
            </a:extLst>
          </p:cNvPr>
          <p:cNvPicPr>
            <a:picLocks noChangeAspect="1" noChangeArrowheads="1"/>
          </p:cNvPicPr>
          <p:nvPr userDrawn="1"/>
        </p:nvPicPr>
        <p:blipFill rotWithShape="1">
          <a:blip r:embed="rId4">
            <a:alphaModFix amt="10000"/>
            <a:extLst>
              <a:ext uri="{28A0092B-C50C-407E-A947-70E740481C1C}">
                <a14:useLocalDpi xmlns:a14="http://schemas.microsoft.com/office/drawing/2010/main" val="0"/>
              </a:ext>
            </a:extLst>
          </a:blip>
          <a:srcRect t="12248" r="66592" b="57976"/>
          <a:stretch/>
        </p:blipFill>
        <p:spPr bwMode="auto">
          <a:xfrm>
            <a:off x="4990617" y="5769156"/>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106" name="Picture 10" descr="abstract geometric triangle shape graphic one line continuous 45723494  Vector Art at Vecteezy">
            <a:extLst>
              <a:ext uri="{FF2B5EF4-FFF2-40B4-BE49-F238E27FC236}">
                <a16:creationId xmlns:a16="http://schemas.microsoft.com/office/drawing/2014/main" id="{D7E7E7BE-D4B3-99F4-CCFD-907EC45785C3}"/>
              </a:ext>
            </a:extLst>
          </p:cNvPr>
          <p:cNvPicPr>
            <a:picLocks noChangeAspect="1" noChangeArrowheads="1"/>
          </p:cNvPicPr>
          <p:nvPr userDrawn="1"/>
        </p:nvPicPr>
        <p:blipFill>
          <a:blip r:embed="rId5">
            <a:alphaModFix amt="10000"/>
            <a:extLst>
              <a:ext uri="{28A0092B-C50C-407E-A947-70E740481C1C}">
                <a14:useLocalDpi xmlns:a14="http://schemas.microsoft.com/office/drawing/2010/main" val="0"/>
              </a:ext>
            </a:extLst>
          </a:blip>
          <a:srcRect/>
          <a:stretch>
            <a:fillRect/>
          </a:stretch>
        </p:blipFill>
        <p:spPr bwMode="auto">
          <a:xfrm>
            <a:off x="1" y="4775200"/>
            <a:ext cx="3273178" cy="20828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12" descr="Geometric Abstract Shapes Vector PNG Images, Geometric Shape, Geometric,  Shapes, Line PNG Image For Free Download">
            <a:extLst>
              <a:ext uri="{FF2B5EF4-FFF2-40B4-BE49-F238E27FC236}">
                <a16:creationId xmlns:a16="http://schemas.microsoft.com/office/drawing/2014/main" id="{D7A128B6-B167-0AEE-B9D2-579466698A25}"/>
              </a:ext>
            </a:extLst>
          </p:cNvPr>
          <p:cNvPicPr>
            <a:picLocks noChangeAspect="1" noChangeArrowheads="1"/>
          </p:cNvPicPr>
          <p:nvPr userDrawn="1"/>
        </p:nvPicPr>
        <p:blipFill rotWithShape="1">
          <a:blip r:embed="rId6">
            <a:alphaModFix amt="10000"/>
            <a:extLst>
              <a:ext uri="{28A0092B-C50C-407E-A947-70E740481C1C}">
                <a14:useLocalDpi xmlns:a14="http://schemas.microsoft.com/office/drawing/2010/main" val="0"/>
              </a:ext>
            </a:extLst>
          </a:blip>
          <a:srcRect t="6106" r="77120" b="71014"/>
          <a:stretch/>
        </p:blipFill>
        <p:spPr bwMode="auto">
          <a:xfrm>
            <a:off x="4069544" y="1730274"/>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9" name="Picture 12" descr="Geometric Abstract Shapes Vector PNG Images, Geometric Shape, Geometric,  Shapes, Line PNG Image For Free Download">
            <a:extLst>
              <a:ext uri="{FF2B5EF4-FFF2-40B4-BE49-F238E27FC236}">
                <a16:creationId xmlns:a16="http://schemas.microsoft.com/office/drawing/2014/main" id="{FF5F6C9A-226C-D8BA-871E-97FB7CFE05EF}"/>
              </a:ext>
            </a:extLst>
          </p:cNvPr>
          <p:cNvPicPr>
            <a:picLocks noChangeAspect="1" noChangeArrowheads="1"/>
          </p:cNvPicPr>
          <p:nvPr userDrawn="1"/>
        </p:nvPicPr>
        <p:blipFill rotWithShape="1">
          <a:blip r:embed="rId6">
            <a:alphaModFix amt="10000"/>
            <a:extLst>
              <a:ext uri="{28A0092B-C50C-407E-A947-70E740481C1C}">
                <a14:useLocalDpi xmlns:a14="http://schemas.microsoft.com/office/drawing/2010/main" val="0"/>
              </a:ext>
            </a:extLst>
          </a:blip>
          <a:srcRect l="29101" t="1646" r="48019" b="75474"/>
          <a:stretch/>
        </p:blipFill>
        <p:spPr bwMode="auto">
          <a:xfrm>
            <a:off x="6701767" y="5810699"/>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0" name="Picture 12" descr="Geometric Abstract Shapes Vector PNG Images, Geometric Shape, Geometric,  Shapes, Line PNG Image For Free Download">
            <a:extLst>
              <a:ext uri="{FF2B5EF4-FFF2-40B4-BE49-F238E27FC236}">
                <a16:creationId xmlns:a16="http://schemas.microsoft.com/office/drawing/2014/main" id="{D7CE3784-FEF0-A1A3-1842-5D53154A1030}"/>
              </a:ext>
            </a:extLst>
          </p:cNvPr>
          <p:cNvPicPr>
            <a:picLocks noChangeAspect="1" noChangeArrowheads="1"/>
          </p:cNvPicPr>
          <p:nvPr userDrawn="1"/>
        </p:nvPicPr>
        <p:blipFill rotWithShape="1">
          <a:blip r:embed="rId6">
            <a:alphaModFix amt="10000"/>
            <a:extLst>
              <a:ext uri="{28A0092B-C50C-407E-A947-70E740481C1C}">
                <a14:useLocalDpi xmlns:a14="http://schemas.microsoft.com/office/drawing/2010/main" val="0"/>
              </a:ext>
            </a:extLst>
          </a:blip>
          <a:srcRect l="5635" t="32144" r="71485" b="44976"/>
          <a:stretch/>
        </p:blipFill>
        <p:spPr bwMode="auto">
          <a:xfrm>
            <a:off x="2560513" y="411276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1" name="Picture 12" descr="Geometric Abstract Shapes Vector PNG Images, Geometric Shape, Geometric,  Shapes, Line PNG Image For Free Download">
            <a:extLst>
              <a:ext uri="{FF2B5EF4-FFF2-40B4-BE49-F238E27FC236}">
                <a16:creationId xmlns:a16="http://schemas.microsoft.com/office/drawing/2014/main" id="{437BA7E9-722D-EC6E-4D24-902E046EFF4A}"/>
              </a:ext>
            </a:extLst>
          </p:cNvPr>
          <p:cNvPicPr>
            <a:picLocks noChangeAspect="1" noChangeArrowheads="1"/>
          </p:cNvPicPr>
          <p:nvPr userDrawn="1"/>
        </p:nvPicPr>
        <p:blipFill rotWithShape="1">
          <a:blip r:embed="rId6">
            <a:alphaModFix amt="10000"/>
            <a:extLst>
              <a:ext uri="{28A0092B-C50C-407E-A947-70E740481C1C}">
                <a14:useLocalDpi xmlns:a14="http://schemas.microsoft.com/office/drawing/2010/main" val="0"/>
              </a:ext>
            </a:extLst>
          </a:blip>
          <a:srcRect l="55104" t="44021" r="11432" b="33099"/>
          <a:stretch/>
        </p:blipFill>
        <p:spPr bwMode="auto">
          <a:xfrm>
            <a:off x="489055" y="1754701"/>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2" name="Picture 12" descr="Geometric Abstract Shapes Vector PNG Images, Geometric Shape, Geometric,  Shapes, Line PNG Image For Free Download">
            <a:extLst>
              <a:ext uri="{FF2B5EF4-FFF2-40B4-BE49-F238E27FC236}">
                <a16:creationId xmlns:a16="http://schemas.microsoft.com/office/drawing/2014/main" id="{BFE20F6B-BF8F-55A9-74FD-F65DBB856197}"/>
              </a:ext>
            </a:extLst>
          </p:cNvPr>
          <p:cNvPicPr>
            <a:picLocks noChangeAspect="1" noChangeArrowheads="1"/>
          </p:cNvPicPr>
          <p:nvPr userDrawn="1"/>
        </p:nvPicPr>
        <p:blipFill rotWithShape="1">
          <a:blip r:embed="rId6">
            <a:alphaModFix amt="10000"/>
            <a:extLst>
              <a:ext uri="{28A0092B-C50C-407E-A947-70E740481C1C}">
                <a14:useLocalDpi xmlns:a14="http://schemas.microsoft.com/office/drawing/2010/main" val="0"/>
              </a:ext>
            </a:extLst>
          </a:blip>
          <a:srcRect l="67941" t="61985" r="4529" b="15135"/>
          <a:stretch/>
        </p:blipFill>
        <p:spPr bwMode="auto">
          <a:xfrm>
            <a:off x="3593981" y="5667375"/>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3" name="Picture 12" descr="Geometric Abstract Shapes Vector PNG Images, Geometric Shape, Geometric,  Shapes, Line PNG Image For Free Download">
            <a:extLst>
              <a:ext uri="{FF2B5EF4-FFF2-40B4-BE49-F238E27FC236}">
                <a16:creationId xmlns:a16="http://schemas.microsoft.com/office/drawing/2014/main" id="{CFF88DD8-ED17-BCBA-3A35-BB80388DCBE3}"/>
              </a:ext>
            </a:extLst>
          </p:cNvPr>
          <p:cNvPicPr>
            <a:picLocks noChangeAspect="1" noChangeArrowheads="1"/>
          </p:cNvPicPr>
          <p:nvPr userDrawn="1"/>
        </p:nvPicPr>
        <p:blipFill rotWithShape="1">
          <a:blip r:embed="rId6">
            <a:alphaModFix amt="10000"/>
            <a:extLst>
              <a:ext uri="{28A0092B-C50C-407E-A947-70E740481C1C}">
                <a14:useLocalDpi xmlns:a14="http://schemas.microsoft.com/office/drawing/2010/main" val="0"/>
              </a:ext>
            </a:extLst>
          </a:blip>
          <a:srcRect l="29101" t="1646" r="48019" b="75474"/>
          <a:stretch/>
        </p:blipFill>
        <p:spPr bwMode="auto">
          <a:xfrm>
            <a:off x="9913853" y="271205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4" name="Picture 12" descr="Geometric Abstract Shapes Vector PNG Images, Geometric Shape, Geometric,  Shapes, Line PNG Image For Free Download">
            <a:extLst>
              <a:ext uri="{FF2B5EF4-FFF2-40B4-BE49-F238E27FC236}">
                <a16:creationId xmlns:a16="http://schemas.microsoft.com/office/drawing/2014/main" id="{59EB38F1-09E8-7583-F5E1-C5DC3C27E3C6}"/>
              </a:ext>
            </a:extLst>
          </p:cNvPr>
          <p:cNvPicPr>
            <a:picLocks noChangeAspect="1" noChangeArrowheads="1"/>
          </p:cNvPicPr>
          <p:nvPr userDrawn="1"/>
        </p:nvPicPr>
        <p:blipFill rotWithShape="1">
          <a:blip r:embed="rId6">
            <a:alphaModFix amt="10000"/>
            <a:extLst>
              <a:ext uri="{28A0092B-C50C-407E-A947-70E740481C1C}">
                <a14:useLocalDpi xmlns:a14="http://schemas.microsoft.com/office/drawing/2010/main" val="0"/>
              </a:ext>
            </a:extLst>
          </a:blip>
          <a:srcRect l="5635" t="32144" r="71485" b="44976"/>
          <a:stretch/>
        </p:blipFill>
        <p:spPr bwMode="auto">
          <a:xfrm>
            <a:off x="7156690" y="236969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5" name="Picture 12" descr="Geometric Abstract Shapes Vector PNG Images, Geometric Shape, Geometric,  Shapes, Line PNG Image For Free Download">
            <a:extLst>
              <a:ext uri="{FF2B5EF4-FFF2-40B4-BE49-F238E27FC236}">
                <a16:creationId xmlns:a16="http://schemas.microsoft.com/office/drawing/2014/main" id="{44AB5AA5-0D6C-7AAC-65B8-709D375BD8EE}"/>
              </a:ext>
            </a:extLst>
          </p:cNvPr>
          <p:cNvPicPr>
            <a:picLocks noChangeAspect="1" noChangeArrowheads="1"/>
          </p:cNvPicPr>
          <p:nvPr userDrawn="1"/>
        </p:nvPicPr>
        <p:blipFill rotWithShape="1">
          <a:blip r:embed="rId6">
            <a:alphaModFix amt="10000"/>
            <a:extLst>
              <a:ext uri="{28A0092B-C50C-407E-A947-70E740481C1C}">
                <a14:useLocalDpi xmlns:a14="http://schemas.microsoft.com/office/drawing/2010/main" val="0"/>
              </a:ext>
            </a:extLst>
          </a:blip>
          <a:srcRect l="67941" t="61985" r="4529" b="15135"/>
          <a:stretch/>
        </p:blipFill>
        <p:spPr bwMode="auto">
          <a:xfrm>
            <a:off x="5297988" y="4333517"/>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6" name="Picture 12" descr="Geometric Abstract Shapes Vector PNG Images, Geometric Shape, Geometric,  Shapes, Line PNG Image For Free Download">
            <a:extLst>
              <a:ext uri="{FF2B5EF4-FFF2-40B4-BE49-F238E27FC236}">
                <a16:creationId xmlns:a16="http://schemas.microsoft.com/office/drawing/2014/main" id="{CB955C36-0238-9135-9669-7E775FC2BE2E}"/>
              </a:ext>
            </a:extLst>
          </p:cNvPr>
          <p:cNvPicPr>
            <a:picLocks noChangeAspect="1" noChangeArrowheads="1"/>
          </p:cNvPicPr>
          <p:nvPr userDrawn="1"/>
        </p:nvPicPr>
        <p:blipFill rotWithShape="1">
          <a:blip r:embed="rId6">
            <a:alphaModFix amt="10000"/>
            <a:extLst>
              <a:ext uri="{28A0092B-C50C-407E-A947-70E740481C1C}">
                <a14:useLocalDpi xmlns:a14="http://schemas.microsoft.com/office/drawing/2010/main" val="0"/>
              </a:ext>
            </a:extLst>
          </a:blip>
          <a:srcRect l="55104" t="44021" r="11432" b="33099"/>
          <a:stretch/>
        </p:blipFill>
        <p:spPr bwMode="auto">
          <a:xfrm>
            <a:off x="8427406" y="1194495"/>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7" name="Picture 12" descr="Geometric Abstract Shapes Vector PNG Images, Geometric Shape, Geometric,  Shapes, Line PNG Image For Free Download">
            <a:extLst>
              <a:ext uri="{FF2B5EF4-FFF2-40B4-BE49-F238E27FC236}">
                <a16:creationId xmlns:a16="http://schemas.microsoft.com/office/drawing/2014/main" id="{5E162228-2358-F62B-ADAE-975E3A4557D6}"/>
              </a:ext>
            </a:extLst>
          </p:cNvPr>
          <p:cNvPicPr>
            <a:picLocks noChangeAspect="1" noChangeArrowheads="1"/>
          </p:cNvPicPr>
          <p:nvPr userDrawn="1"/>
        </p:nvPicPr>
        <p:blipFill rotWithShape="1">
          <a:blip r:embed="rId6">
            <a:alphaModFix amt="10000"/>
            <a:extLst>
              <a:ext uri="{28A0092B-C50C-407E-A947-70E740481C1C}">
                <a14:useLocalDpi xmlns:a14="http://schemas.microsoft.com/office/drawing/2010/main" val="0"/>
              </a:ext>
            </a:extLst>
          </a:blip>
          <a:srcRect l="67941" t="61985" r="4529" b="15135"/>
          <a:stretch/>
        </p:blipFill>
        <p:spPr bwMode="auto">
          <a:xfrm>
            <a:off x="8719037" y="4903250"/>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8" name="Picture 8" descr="Abstract Geometric Shape PNG, Vector, PSD, and Clipart With Transparent  Background for Free Download | Pngtree">
            <a:extLst>
              <a:ext uri="{FF2B5EF4-FFF2-40B4-BE49-F238E27FC236}">
                <a16:creationId xmlns:a16="http://schemas.microsoft.com/office/drawing/2014/main" id="{F3E8C285-9C6C-70F7-D658-E55A8A631C78}"/>
              </a:ext>
            </a:extLst>
          </p:cNvPr>
          <p:cNvPicPr>
            <a:picLocks noChangeAspect="1" noChangeArrowheads="1"/>
          </p:cNvPicPr>
          <p:nvPr userDrawn="1"/>
        </p:nvPicPr>
        <p:blipFill rotWithShape="1">
          <a:blip r:embed="rId4">
            <a:alphaModFix amt="10000"/>
            <a:extLst>
              <a:ext uri="{28A0092B-C50C-407E-A947-70E740481C1C}">
                <a14:useLocalDpi xmlns:a14="http://schemas.microsoft.com/office/drawing/2010/main" val="0"/>
              </a:ext>
            </a:extLst>
          </a:blip>
          <a:srcRect l="-2796" t="-6020" r="55519" b="84599"/>
          <a:stretch/>
        </p:blipFill>
        <p:spPr bwMode="auto">
          <a:xfrm>
            <a:off x="4647963" y="3243892"/>
            <a:ext cx="1204243" cy="545652"/>
          </a:xfrm>
          <a:prstGeom prst="ellipse">
            <a:avLst/>
          </a:prstGeom>
          <a:noFill/>
          <a:extLst>
            <a:ext uri="{909E8E84-426E-40DD-AFC4-6F175D3DCCD1}">
              <a14:hiddenFill xmlns:a14="http://schemas.microsoft.com/office/drawing/2010/main">
                <a:solidFill>
                  <a:srgbClr val="FFFFFF"/>
                </a:solidFill>
              </a14:hiddenFill>
            </a:ext>
          </a:extLst>
        </p:spPr>
      </p:pic>
      <p:pic>
        <p:nvPicPr>
          <p:cNvPr id="39" name="Picture 8" descr="Abstract Geometric Shape PNG, Vector, PSD, and Clipart With Transparent  Background for Free Download | Pngtree">
            <a:extLst>
              <a:ext uri="{FF2B5EF4-FFF2-40B4-BE49-F238E27FC236}">
                <a16:creationId xmlns:a16="http://schemas.microsoft.com/office/drawing/2014/main" id="{EB5FC8F9-76B5-8586-CCAD-4BFE03CE1762}"/>
              </a:ext>
            </a:extLst>
          </p:cNvPr>
          <p:cNvPicPr>
            <a:picLocks noChangeAspect="1" noChangeArrowheads="1"/>
          </p:cNvPicPr>
          <p:nvPr userDrawn="1"/>
        </p:nvPicPr>
        <p:blipFill rotWithShape="1">
          <a:blip r:embed="rId4">
            <a:alphaModFix amt="10000"/>
            <a:extLst>
              <a:ext uri="{28A0092B-C50C-407E-A947-70E740481C1C}">
                <a14:useLocalDpi xmlns:a14="http://schemas.microsoft.com/office/drawing/2010/main" val="0"/>
              </a:ext>
            </a:extLst>
          </a:blip>
          <a:srcRect l="45160" t="24513" r="13914" b="49811"/>
          <a:stretch/>
        </p:blipFill>
        <p:spPr bwMode="auto">
          <a:xfrm>
            <a:off x="7282592" y="3748575"/>
            <a:ext cx="1042471" cy="654050"/>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8" descr="Abstract Geometric Shape PNG, Vector, PSD, and Clipart With Transparent  Background for Free Download | Pngtree">
            <a:extLst>
              <a:ext uri="{FF2B5EF4-FFF2-40B4-BE49-F238E27FC236}">
                <a16:creationId xmlns:a16="http://schemas.microsoft.com/office/drawing/2014/main" id="{23974493-1E97-275C-6AEF-CF097BC514D0}"/>
              </a:ext>
            </a:extLst>
          </p:cNvPr>
          <p:cNvPicPr>
            <a:picLocks noChangeAspect="1" noChangeArrowheads="1"/>
          </p:cNvPicPr>
          <p:nvPr userDrawn="1"/>
        </p:nvPicPr>
        <p:blipFill rotWithShape="1">
          <a:blip r:embed="rId4">
            <a:alphaModFix amt="10000"/>
            <a:extLst>
              <a:ext uri="{28A0092B-C50C-407E-A947-70E740481C1C}">
                <a14:useLocalDpi xmlns:a14="http://schemas.microsoft.com/office/drawing/2010/main" val="0"/>
              </a:ext>
            </a:extLst>
          </a:blip>
          <a:srcRect t="12248" r="66592" b="57976"/>
          <a:stretch/>
        </p:blipFill>
        <p:spPr bwMode="auto">
          <a:xfrm>
            <a:off x="7903610" y="312917"/>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1" name="Picture 8" descr="Abstract Geometric Shape PNG, Vector, PSD, and Clipart With Transparent  Background for Free Download | Pngtree">
            <a:extLst>
              <a:ext uri="{FF2B5EF4-FFF2-40B4-BE49-F238E27FC236}">
                <a16:creationId xmlns:a16="http://schemas.microsoft.com/office/drawing/2014/main" id="{AEA23577-5E2B-1B3E-A6D1-4BDE45D0F555}"/>
              </a:ext>
            </a:extLst>
          </p:cNvPr>
          <p:cNvPicPr>
            <a:picLocks noChangeAspect="1" noChangeArrowheads="1"/>
          </p:cNvPicPr>
          <p:nvPr userDrawn="1"/>
        </p:nvPicPr>
        <p:blipFill rotWithShape="1">
          <a:blip r:embed="rId4">
            <a:alphaModFix amt="10000"/>
            <a:extLst>
              <a:ext uri="{28A0092B-C50C-407E-A947-70E740481C1C}">
                <a14:useLocalDpi xmlns:a14="http://schemas.microsoft.com/office/drawing/2010/main" val="0"/>
              </a:ext>
            </a:extLst>
          </a:blip>
          <a:srcRect t="12248" r="66592" b="57976"/>
          <a:stretch/>
        </p:blipFill>
        <p:spPr bwMode="auto">
          <a:xfrm>
            <a:off x="592138" y="3153735"/>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2" name="Picture 8" descr="Abstract Geometric Shape PNG, Vector, PSD, and Clipart With Transparent  Background for Free Download | Pngtree">
            <a:extLst>
              <a:ext uri="{FF2B5EF4-FFF2-40B4-BE49-F238E27FC236}">
                <a16:creationId xmlns:a16="http://schemas.microsoft.com/office/drawing/2014/main" id="{A71F214D-B4B5-FD11-F850-E3C26FCFED75}"/>
              </a:ext>
            </a:extLst>
          </p:cNvPr>
          <p:cNvPicPr>
            <a:picLocks noChangeAspect="1" noChangeArrowheads="1"/>
          </p:cNvPicPr>
          <p:nvPr userDrawn="1"/>
        </p:nvPicPr>
        <p:blipFill rotWithShape="1">
          <a:blip r:embed="rId4">
            <a:alphaModFix amt="10000"/>
            <a:extLst>
              <a:ext uri="{28A0092B-C50C-407E-A947-70E740481C1C}">
                <a14:useLocalDpi xmlns:a14="http://schemas.microsoft.com/office/drawing/2010/main" val="0"/>
              </a:ext>
            </a:extLst>
          </a:blip>
          <a:srcRect l="45160" t="24513" r="13914" b="49811"/>
          <a:stretch/>
        </p:blipFill>
        <p:spPr bwMode="auto">
          <a:xfrm>
            <a:off x="2333742" y="2091189"/>
            <a:ext cx="1042471" cy="654050"/>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8" descr="Abstract Geometric Shape PNG, Vector, PSD, and Clipart With Transparent  Background for Free Download | Pngtree">
            <a:extLst>
              <a:ext uri="{FF2B5EF4-FFF2-40B4-BE49-F238E27FC236}">
                <a16:creationId xmlns:a16="http://schemas.microsoft.com/office/drawing/2014/main" id="{53C4D9F5-F8AE-B932-A58A-8785D150DEFB}"/>
              </a:ext>
            </a:extLst>
          </p:cNvPr>
          <p:cNvPicPr>
            <a:picLocks noChangeAspect="1" noChangeArrowheads="1"/>
          </p:cNvPicPr>
          <p:nvPr userDrawn="1"/>
        </p:nvPicPr>
        <p:blipFill rotWithShape="1">
          <a:blip r:embed="rId4">
            <a:alphaModFix amt="10000"/>
            <a:extLst>
              <a:ext uri="{28A0092B-C50C-407E-A947-70E740481C1C}">
                <a14:useLocalDpi xmlns:a14="http://schemas.microsoft.com/office/drawing/2010/main" val="0"/>
              </a:ext>
            </a:extLst>
          </a:blip>
          <a:srcRect l="-2796" t="-6020" r="55519" b="84599"/>
          <a:stretch/>
        </p:blipFill>
        <p:spPr bwMode="auto">
          <a:xfrm>
            <a:off x="9592976" y="4229548"/>
            <a:ext cx="1204243" cy="545652"/>
          </a:xfrm>
          <a:prstGeom prst="ellipse">
            <a:avLst/>
          </a:prstGeom>
          <a:noFill/>
          <a:extLst>
            <a:ext uri="{909E8E84-426E-40DD-AFC4-6F175D3DCCD1}">
              <a14:hiddenFill xmlns:a14="http://schemas.microsoft.com/office/drawing/2010/main">
                <a:solidFill>
                  <a:srgbClr val="FFFFFF"/>
                </a:solidFill>
              </a14:hiddenFill>
            </a:ext>
          </a:extLst>
        </p:spPr>
      </p:pic>
      <p:pic>
        <p:nvPicPr>
          <p:cNvPr id="44" name="Picture 8" descr="Abstract Geometric Shape PNG, Vector, PSD, and Clipart With Transparent  Background for Free Download | Pngtree">
            <a:extLst>
              <a:ext uri="{FF2B5EF4-FFF2-40B4-BE49-F238E27FC236}">
                <a16:creationId xmlns:a16="http://schemas.microsoft.com/office/drawing/2014/main" id="{EA37F958-EE3B-05C6-A5D0-87B69C57AC7F}"/>
              </a:ext>
            </a:extLst>
          </p:cNvPr>
          <p:cNvPicPr>
            <a:picLocks noChangeAspect="1" noChangeArrowheads="1"/>
          </p:cNvPicPr>
          <p:nvPr userDrawn="1"/>
        </p:nvPicPr>
        <p:blipFill rotWithShape="1">
          <a:blip r:embed="rId4">
            <a:alphaModFix amt="10000"/>
            <a:extLst>
              <a:ext uri="{28A0092B-C50C-407E-A947-70E740481C1C}">
                <a14:useLocalDpi xmlns:a14="http://schemas.microsoft.com/office/drawing/2010/main" val="0"/>
              </a:ext>
            </a:extLst>
          </a:blip>
          <a:srcRect t="12248" r="66592" b="57976"/>
          <a:stretch/>
        </p:blipFill>
        <p:spPr bwMode="auto">
          <a:xfrm>
            <a:off x="10513376" y="5886274"/>
            <a:ext cx="850955" cy="758467"/>
          </a:xfrm>
          <a:prstGeom prst="ellipse">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DCB4AFB-8290-AA3D-E10E-6D55800C278E}"/>
              </a:ext>
            </a:extLst>
          </p:cNvPr>
          <p:cNvSpPr>
            <a:spLocks noGrp="1"/>
          </p:cNvSpPr>
          <p:nvPr>
            <p:ph type="title"/>
          </p:nvPr>
        </p:nvSpPr>
        <p:spPr>
          <a:xfrm>
            <a:off x="655637" y="222322"/>
            <a:ext cx="6848534" cy="1047679"/>
          </a:xfrm>
        </p:spPr>
        <p:txBody>
          <a:bodyPr>
            <a:noAutofit/>
          </a:bodyPr>
          <a:lstStyle>
            <a:lvl1pPr>
              <a:defRPr sz="3200" b="1">
                <a:solidFill>
                  <a:schemeClr val="bg1"/>
                </a:solidFill>
                <a:latin typeface="+mn-lt"/>
                <a:ea typeface="Roboto Black" panose="02000000000000000000" pitchFamily="2" charset="0"/>
              </a:defRPr>
            </a:lvl1pPr>
          </a:lstStyle>
          <a:p>
            <a:r>
              <a:rPr lang="en-US" dirty="0"/>
              <a:t>Click to edit Master title style</a:t>
            </a:r>
          </a:p>
        </p:txBody>
      </p:sp>
      <p:pic>
        <p:nvPicPr>
          <p:cNvPr id="3" name="Picture 2" descr="Python White Icons – Free Download SVG, PNG, GIF">
            <a:extLst>
              <a:ext uri="{FF2B5EF4-FFF2-40B4-BE49-F238E27FC236}">
                <a16:creationId xmlns:a16="http://schemas.microsoft.com/office/drawing/2014/main" id="{D81086BF-9E35-8DD0-3C0A-2928A6196E56}"/>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84742" y="455550"/>
            <a:ext cx="498352" cy="498352"/>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3">
            <a:extLst>
              <a:ext uri="{FF2B5EF4-FFF2-40B4-BE49-F238E27FC236}">
                <a16:creationId xmlns:a16="http://schemas.microsoft.com/office/drawing/2014/main" id="{5B4AE2E9-3828-C057-6425-1FA36A465FA5}"/>
              </a:ext>
            </a:extLst>
          </p:cNvPr>
          <p:cNvSpPr>
            <a:spLocks noGrp="1"/>
          </p:cNvSpPr>
          <p:nvPr>
            <p:ph type="body" sz="quarter" idx="10"/>
          </p:nvPr>
        </p:nvSpPr>
        <p:spPr>
          <a:xfrm>
            <a:off x="655638" y="1684338"/>
            <a:ext cx="10677870" cy="48942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Box 4">
            <a:extLst>
              <a:ext uri="{FF2B5EF4-FFF2-40B4-BE49-F238E27FC236}">
                <a16:creationId xmlns:a16="http://schemas.microsoft.com/office/drawing/2014/main" id="{FC2FE9C4-3ED0-F6A0-DFBC-B5DD154906E5}"/>
              </a:ext>
            </a:extLst>
          </p:cNvPr>
          <p:cNvSpPr txBox="1"/>
          <p:nvPr userDrawn="1"/>
        </p:nvSpPr>
        <p:spPr>
          <a:xfrm>
            <a:off x="523357" y="6578600"/>
            <a:ext cx="5107489" cy="246221"/>
          </a:xfrm>
          <a:prstGeom prst="rect">
            <a:avLst/>
          </a:prstGeom>
          <a:noFill/>
        </p:spPr>
        <p:txBody>
          <a:bodyPr wrap="square" rtlCol="0">
            <a:spAutoFit/>
          </a:bodyPr>
          <a:lstStyle/>
          <a:p>
            <a:r>
              <a:rPr lang="en-US" sz="1000" dirty="0">
                <a:solidFill>
                  <a:schemeClr val="bg1">
                    <a:lumMod val="65000"/>
                  </a:schemeClr>
                </a:solidFill>
              </a:rPr>
              <a:t>Md. Shakil - Assessor &amp; Trainer - National Skill Development Authority</a:t>
            </a:r>
          </a:p>
        </p:txBody>
      </p:sp>
      <p:grpSp>
        <p:nvGrpSpPr>
          <p:cNvPr id="6" name="Group 5">
            <a:extLst>
              <a:ext uri="{FF2B5EF4-FFF2-40B4-BE49-F238E27FC236}">
                <a16:creationId xmlns:a16="http://schemas.microsoft.com/office/drawing/2014/main" id="{058A3CB3-4581-A09E-32A6-394F7A573927}"/>
              </a:ext>
            </a:extLst>
          </p:cNvPr>
          <p:cNvGrpSpPr/>
          <p:nvPr userDrawn="1"/>
        </p:nvGrpSpPr>
        <p:grpSpPr>
          <a:xfrm>
            <a:off x="100178" y="4970403"/>
            <a:ext cx="467480" cy="1083963"/>
            <a:chOff x="1942404" y="4200954"/>
            <a:chExt cx="467480" cy="1083963"/>
          </a:xfrm>
        </p:grpSpPr>
        <p:pic>
          <p:nvPicPr>
            <p:cNvPr id="7" name="Picture 4" descr="Python Logo PNG Transparent – Brands Logos">
              <a:extLst>
                <a:ext uri="{FF2B5EF4-FFF2-40B4-BE49-F238E27FC236}">
                  <a16:creationId xmlns:a16="http://schemas.microsoft.com/office/drawing/2014/main" id="{ACBEDCC2-030A-070F-7FD7-1CF4E1F41B4B}"/>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950885" y="4827717"/>
              <a:ext cx="458999" cy="4572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Django Icon #266158 - Free Icons Library">
              <a:extLst>
                <a:ext uri="{FF2B5EF4-FFF2-40B4-BE49-F238E27FC236}">
                  <a16:creationId xmlns:a16="http://schemas.microsoft.com/office/drawing/2014/main" id="{8523BCE1-36FE-F100-F6D2-D0D5BE1F5F05}"/>
                </a:ext>
              </a:extLst>
            </p:cNvPr>
            <p:cNvPicPr>
              <a:picLocks noChangeAspect="1" noChangeArrowheads="1"/>
            </p:cNvPicPr>
            <p:nvPr userDrawn="1"/>
          </p:nvPicPr>
          <p:blipFill rotWithShape="1">
            <a:blip r:embed="rId9">
              <a:extLst>
                <a:ext uri="{28A0092B-C50C-407E-A947-70E740481C1C}">
                  <a14:useLocalDpi xmlns:a14="http://schemas.microsoft.com/office/drawing/2010/main" val="0"/>
                </a:ext>
              </a:extLst>
            </a:blip>
            <a:srcRect l="3957" t="3918" r="4003" b="4265"/>
            <a:stretch/>
          </p:blipFill>
          <p:spPr bwMode="auto">
            <a:xfrm>
              <a:off x="1942404" y="4200954"/>
              <a:ext cx="458318" cy="4572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827034983"/>
      </p:ext>
    </p:extLst>
  </p:cSld>
  <p:clrMapOvr>
    <a:overrideClrMapping bg1="lt1" tx1="dk1" bg2="lt2" tx2="dk2" accent1="accent1" accent2="accent2" accent3="accent3" accent4="accent4" accent5="accent5" accent6="accent6" hlink="hlink" folHlink="folHlink"/>
  </p:clrMapOvr>
  <p:transition>
    <p:pull/>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itle and Content">
    <p:bg>
      <p:bgRef idx="1001">
        <a:schemeClr val="bg1"/>
      </p:bgRef>
    </p:bg>
    <p:spTree>
      <p:nvGrpSpPr>
        <p:cNvPr id="1" name=""/>
        <p:cNvGrpSpPr/>
        <p:nvPr/>
      </p:nvGrpSpPr>
      <p:grpSpPr>
        <a:xfrm>
          <a:off x="0" y="0"/>
          <a:ext cx="0" cy="0"/>
          <a:chOff x="0" y="0"/>
          <a:chExt cx="0" cy="0"/>
        </a:xfrm>
      </p:grpSpPr>
      <p:sp>
        <p:nvSpPr>
          <p:cNvPr id="25" name="Rectangle: Top Corners Rounded 24">
            <a:extLst>
              <a:ext uri="{FF2B5EF4-FFF2-40B4-BE49-F238E27FC236}">
                <a16:creationId xmlns:a16="http://schemas.microsoft.com/office/drawing/2014/main" id="{24E01BB4-D3EF-3D83-72A6-6A76F24274B1}"/>
              </a:ext>
            </a:extLst>
          </p:cNvPr>
          <p:cNvSpPr/>
          <p:nvPr userDrawn="1"/>
        </p:nvSpPr>
        <p:spPr>
          <a:xfrm rot="5400000">
            <a:off x="3105150" y="-2825750"/>
            <a:ext cx="1079500" cy="7289800"/>
          </a:xfrm>
          <a:prstGeom prst="round2SameRect">
            <a:avLst>
              <a:gd name="adj1" fmla="val 20719"/>
              <a:gd name="adj2" fmla="val 0"/>
            </a:avLst>
          </a:prstGeom>
          <a:solidFill>
            <a:srgbClr val="A6CF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Single Corner Rounded 25">
            <a:extLst>
              <a:ext uri="{FF2B5EF4-FFF2-40B4-BE49-F238E27FC236}">
                <a16:creationId xmlns:a16="http://schemas.microsoft.com/office/drawing/2014/main" id="{F7D579D1-CC19-5325-72BE-FE4596D337A2}"/>
              </a:ext>
            </a:extLst>
          </p:cNvPr>
          <p:cNvSpPr/>
          <p:nvPr userDrawn="1"/>
        </p:nvSpPr>
        <p:spPr>
          <a:xfrm flipH="1">
            <a:off x="11766550" y="4476750"/>
            <a:ext cx="425450" cy="23812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Top Corners Rounded 26">
            <a:extLst>
              <a:ext uri="{FF2B5EF4-FFF2-40B4-BE49-F238E27FC236}">
                <a16:creationId xmlns:a16="http://schemas.microsoft.com/office/drawing/2014/main" id="{C1E6DFA7-5710-3053-244D-4016136191F9}"/>
              </a:ext>
            </a:extLst>
          </p:cNvPr>
          <p:cNvSpPr/>
          <p:nvPr userDrawn="1"/>
        </p:nvSpPr>
        <p:spPr>
          <a:xfrm rot="5400000">
            <a:off x="3056178" y="-2865678"/>
            <a:ext cx="1079500" cy="7191856"/>
          </a:xfrm>
          <a:prstGeom prst="round2SameRect">
            <a:avLst>
              <a:gd name="adj1" fmla="val 20719"/>
              <a:gd name="adj2" fmla="val 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5" name="Title 1">
            <a:extLst>
              <a:ext uri="{FF2B5EF4-FFF2-40B4-BE49-F238E27FC236}">
                <a16:creationId xmlns:a16="http://schemas.microsoft.com/office/drawing/2014/main" id="{6C633B9D-B37F-97F4-6A52-F6EA3B376EDF}"/>
              </a:ext>
            </a:extLst>
          </p:cNvPr>
          <p:cNvSpPr>
            <a:spLocks noGrp="1"/>
          </p:cNvSpPr>
          <p:nvPr>
            <p:ph type="title"/>
          </p:nvPr>
        </p:nvSpPr>
        <p:spPr>
          <a:xfrm>
            <a:off x="655637" y="222322"/>
            <a:ext cx="6316663" cy="1047679"/>
          </a:xfrm>
        </p:spPr>
        <p:txBody>
          <a:bodyPr>
            <a:noAutofit/>
          </a:bodyPr>
          <a:lstStyle>
            <a:lvl1pPr>
              <a:defRPr sz="3200" b="1">
                <a:solidFill>
                  <a:schemeClr val="bg1"/>
                </a:solidFill>
                <a:latin typeface="+mn-lt"/>
                <a:ea typeface="Roboto Black" panose="02000000000000000000" pitchFamily="2" charset="0"/>
              </a:defRPr>
            </a:lvl1pPr>
          </a:lstStyle>
          <a:p>
            <a:r>
              <a:rPr lang="en-US" dirty="0"/>
              <a:t>Click to edit Master title style</a:t>
            </a:r>
          </a:p>
        </p:txBody>
      </p:sp>
      <p:pic>
        <p:nvPicPr>
          <p:cNvPr id="4107" name="Picture 2" descr="Python White Icons – Free Download SVG, PNG, GIF">
            <a:extLst>
              <a:ext uri="{FF2B5EF4-FFF2-40B4-BE49-F238E27FC236}">
                <a16:creationId xmlns:a16="http://schemas.microsoft.com/office/drawing/2014/main" id="{867E8C5D-9FAF-E736-C430-2F4420844A1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742" y="455550"/>
            <a:ext cx="498352" cy="498352"/>
          </a:xfrm>
          <a:prstGeom prst="rect">
            <a:avLst/>
          </a:prstGeom>
          <a:noFill/>
          <a:extLst>
            <a:ext uri="{909E8E84-426E-40DD-AFC4-6F175D3DCCD1}">
              <a14:hiddenFill xmlns:a14="http://schemas.microsoft.com/office/drawing/2010/main">
                <a:solidFill>
                  <a:srgbClr val="FFFFFF"/>
                </a:solidFill>
              </a14:hiddenFill>
            </a:ext>
          </a:extLst>
        </p:spPr>
      </p:pic>
      <p:sp>
        <p:nvSpPr>
          <p:cNvPr id="4109" name="Text Placeholder 3">
            <a:extLst>
              <a:ext uri="{FF2B5EF4-FFF2-40B4-BE49-F238E27FC236}">
                <a16:creationId xmlns:a16="http://schemas.microsoft.com/office/drawing/2014/main" id="{A0C0FF61-BA02-A07E-43E7-12E08C4D75A8}"/>
              </a:ext>
            </a:extLst>
          </p:cNvPr>
          <p:cNvSpPr>
            <a:spLocks noGrp="1"/>
          </p:cNvSpPr>
          <p:nvPr>
            <p:ph type="body" sz="quarter" idx="10"/>
          </p:nvPr>
        </p:nvSpPr>
        <p:spPr>
          <a:xfrm>
            <a:off x="655638" y="1684338"/>
            <a:ext cx="10677870" cy="48942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82EE5523-3DF7-C52D-B9E7-7CECA7171CC2}"/>
              </a:ext>
            </a:extLst>
          </p:cNvPr>
          <p:cNvSpPr txBox="1"/>
          <p:nvPr userDrawn="1"/>
        </p:nvSpPr>
        <p:spPr>
          <a:xfrm>
            <a:off x="523357" y="6578600"/>
            <a:ext cx="5107489" cy="246221"/>
          </a:xfrm>
          <a:prstGeom prst="rect">
            <a:avLst/>
          </a:prstGeom>
          <a:noFill/>
        </p:spPr>
        <p:txBody>
          <a:bodyPr wrap="square" rtlCol="0">
            <a:spAutoFit/>
          </a:bodyPr>
          <a:lstStyle/>
          <a:p>
            <a:r>
              <a:rPr lang="en-US" sz="1000" dirty="0">
                <a:solidFill>
                  <a:schemeClr val="bg1">
                    <a:lumMod val="65000"/>
                  </a:schemeClr>
                </a:solidFill>
              </a:rPr>
              <a:t>Md. Shakil - Assessor &amp; Trainer - National Skill Development Authority</a:t>
            </a:r>
          </a:p>
        </p:txBody>
      </p:sp>
      <p:grpSp>
        <p:nvGrpSpPr>
          <p:cNvPr id="3" name="Group 2">
            <a:extLst>
              <a:ext uri="{FF2B5EF4-FFF2-40B4-BE49-F238E27FC236}">
                <a16:creationId xmlns:a16="http://schemas.microsoft.com/office/drawing/2014/main" id="{19482538-0C55-0286-AC8C-2C59BE5FCF5B}"/>
              </a:ext>
            </a:extLst>
          </p:cNvPr>
          <p:cNvGrpSpPr/>
          <p:nvPr userDrawn="1"/>
        </p:nvGrpSpPr>
        <p:grpSpPr>
          <a:xfrm>
            <a:off x="84742" y="5667375"/>
            <a:ext cx="467480" cy="1083963"/>
            <a:chOff x="1942404" y="4200954"/>
            <a:chExt cx="467480" cy="1083963"/>
          </a:xfrm>
        </p:grpSpPr>
        <p:pic>
          <p:nvPicPr>
            <p:cNvPr id="4" name="Picture 4" descr="Python Logo PNG Transparent – Brands Logos">
              <a:extLst>
                <a:ext uri="{FF2B5EF4-FFF2-40B4-BE49-F238E27FC236}">
                  <a16:creationId xmlns:a16="http://schemas.microsoft.com/office/drawing/2014/main" id="{F9B12832-F48B-C37A-A8B5-B4CDAE58CC8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950885" y="4827717"/>
              <a:ext cx="458999" cy="4572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Django Icon #266158 - Free Icons Library">
              <a:extLst>
                <a:ext uri="{FF2B5EF4-FFF2-40B4-BE49-F238E27FC236}">
                  <a16:creationId xmlns:a16="http://schemas.microsoft.com/office/drawing/2014/main" id="{7E2BD80E-3746-D447-50F8-8A96C7CE8D37}"/>
                </a:ext>
              </a:extLst>
            </p:cNvPr>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l="3957" t="3918" r="4003" b="4265"/>
            <a:stretch/>
          </p:blipFill>
          <p:spPr bwMode="auto">
            <a:xfrm>
              <a:off x="1942404" y="4200954"/>
              <a:ext cx="458318" cy="4572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806995400"/>
      </p:ext>
    </p:extLst>
  </p:cSld>
  <p:clrMapOvr>
    <a:overrideClrMapping bg1="lt1" tx1="dk1" bg2="lt2" tx2="dk2" accent1="accent1" accent2="accent2" accent3="accent3" accent4="accent4" accent5="accent5" accent6="accent6" hlink="hlink" folHlink="folHlink"/>
  </p:clrMapOvr>
  <p:transition>
    <p:pull/>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itle and Content">
    <p:bg>
      <p:bgRef idx="1001">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253DE8-B57F-AC5E-27E7-68061144803E}"/>
              </a:ext>
            </a:extLst>
          </p:cNvPr>
          <p:cNvSpPr>
            <a:spLocks noGrp="1"/>
          </p:cNvSpPr>
          <p:nvPr>
            <p:ph idx="1"/>
          </p:nvPr>
        </p:nvSpPr>
        <p:spPr>
          <a:xfrm>
            <a:off x="1030146" y="1825625"/>
            <a:ext cx="10323653"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D92C32D4-3F74-640D-5B68-9755E8B50157}"/>
              </a:ext>
            </a:extLst>
          </p:cNvPr>
          <p:cNvSpPr/>
          <p:nvPr userDrawn="1"/>
        </p:nvSpPr>
        <p:spPr>
          <a:xfrm>
            <a:off x="0" y="0"/>
            <a:ext cx="12192000" cy="495300"/>
          </a:xfrm>
          <a:prstGeom prst="rect">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81732A0B-0286-AE93-8852-201DF84C7B95}"/>
              </a:ext>
            </a:extLst>
          </p:cNvPr>
          <p:cNvSpPr/>
          <p:nvPr userDrawn="1"/>
        </p:nvSpPr>
        <p:spPr>
          <a:xfrm>
            <a:off x="1922264" y="179853"/>
            <a:ext cx="8347472" cy="1204890"/>
          </a:xfrm>
          <a:prstGeom prst="roundRect">
            <a:avLst>
              <a:gd name="adj" fmla="val 19515"/>
            </a:avLst>
          </a:prstGeom>
          <a:solidFill>
            <a:schemeClr val="bg1"/>
          </a:solidFill>
          <a:ln w="76200">
            <a:solidFill>
              <a:srgbClr val="A6CFC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4957D90B-B80A-49A4-58A3-8E78D021AD4A}"/>
              </a:ext>
            </a:extLst>
          </p:cNvPr>
          <p:cNvGrpSpPr/>
          <p:nvPr userDrawn="1"/>
        </p:nvGrpSpPr>
        <p:grpSpPr>
          <a:xfrm>
            <a:off x="4548188" y="6534150"/>
            <a:ext cx="3095625" cy="323850"/>
            <a:chOff x="4886325" y="6534150"/>
            <a:chExt cx="3095625" cy="323850"/>
          </a:xfrm>
        </p:grpSpPr>
        <p:sp>
          <p:nvSpPr>
            <p:cNvPr id="15" name="Rectangle: Single Corner Rounded 14">
              <a:extLst>
                <a:ext uri="{FF2B5EF4-FFF2-40B4-BE49-F238E27FC236}">
                  <a16:creationId xmlns:a16="http://schemas.microsoft.com/office/drawing/2014/main" id="{BD0BBBCE-1C2F-3BDB-C918-7E6617A2076B}"/>
                </a:ext>
              </a:extLst>
            </p:cNvPr>
            <p:cNvSpPr/>
            <p:nvPr userDrawn="1"/>
          </p:nvSpPr>
          <p:spPr>
            <a:xfrm rot="5400000" flipH="1">
              <a:off x="6877050" y="5753100"/>
              <a:ext cx="323850" cy="18859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Single Corner Rounded 15">
              <a:extLst>
                <a:ext uri="{FF2B5EF4-FFF2-40B4-BE49-F238E27FC236}">
                  <a16:creationId xmlns:a16="http://schemas.microsoft.com/office/drawing/2014/main" id="{F3261EAC-1234-2D53-1B26-109E1CE991D7}"/>
                </a:ext>
              </a:extLst>
            </p:cNvPr>
            <p:cNvSpPr/>
            <p:nvPr userDrawn="1"/>
          </p:nvSpPr>
          <p:spPr>
            <a:xfrm rot="16200000">
              <a:off x="5667375" y="5753100"/>
              <a:ext cx="323850" cy="1885950"/>
            </a:xfrm>
            <a:prstGeom prst="round1Rect">
              <a:avLst>
                <a:gd name="adj" fmla="val 50000"/>
              </a:avLst>
            </a:prstGeom>
            <a:solidFill>
              <a:srgbClr val="0351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Title 1">
            <a:extLst>
              <a:ext uri="{FF2B5EF4-FFF2-40B4-BE49-F238E27FC236}">
                <a16:creationId xmlns:a16="http://schemas.microsoft.com/office/drawing/2014/main" id="{F9268D27-3B1B-2E81-3C2F-83E96E52709A}"/>
              </a:ext>
            </a:extLst>
          </p:cNvPr>
          <p:cNvSpPr>
            <a:spLocks noGrp="1"/>
          </p:cNvSpPr>
          <p:nvPr>
            <p:ph type="title"/>
          </p:nvPr>
        </p:nvSpPr>
        <p:spPr>
          <a:xfrm>
            <a:off x="2640653" y="238645"/>
            <a:ext cx="7476053" cy="1068070"/>
          </a:xfrm>
        </p:spPr>
        <p:txBody>
          <a:bodyPr>
            <a:noAutofit/>
          </a:bodyPr>
          <a:lstStyle>
            <a:lvl1pPr>
              <a:defRPr sz="3600" b="1">
                <a:solidFill>
                  <a:srgbClr val="035160"/>
                </a:solidFill>
                <a:latin typeface="+mn-lt"/>
                <a:ea typeface="Roboto Black" panose="02000000000000000000" pitchFamily="2" charset="0"/>
              </a:defRPr>
            </a:lvl1pPr>
          </a:lstStyle>
          <a:p>
            <a:r>
              <a:rPr lang="en-US" dirty="0"/>
              <a:t>Click to edit Master title style</a:t>
            </a:r>
          </a:p>
        </p:txBody>
      </p:sp>
      <p:sp>
        <p:nvSpPr>
          <p:cNvPr id="2" name="TextBox 1">
            <a:extLst>
              <a:ext uri="{FF2B5EF4-FFF2-40B4-BE49-F238E27FC236}">
                <a16:creationId xmlns:a16="http://schemas.microsoft.com/office/drawing/2014/main" id="{722B85B7-B329-8D3F-43E8-5E9CE0A828F4}"/>
              </a:ext>
            </a:extLst>
          </p:cNvPr>
          <p:cNvSpPr txBox="1"/>
          <p:nvPr userDrawn="1"/>
        </p:nvSpPr>
        <p:spPr>
          <a:xfrm>
            <a:off x="523357" y="6578600"/>
            <a:ext cx="5107489" cy="246221"/>
          </a:xfrm>
          <a:prstGeom prst="rect">
            <a:avLst/>
          </a:prstGeom>
          <a:noFill/>
        </p:spPr>
        <p:txBody>
          <a:bodyPr wrap="square" rtlCol="0">
            <a:spAutoFit/>
          </a:bodyPr>
          <a:lstStyle/>
          <a:p>
            <a:r>
              <a:rPr lang="en-US" sz="1000" dirty="0">
                <a:solidFill>
                  <a:schemeClr val="bg1">
                    <a:lumMod val="65000"/>
                  </a:schemeClr>
                </a:solidFill>
              </a:rPr>
              <a:t>Md. Shakil - Assessor &amp; Trainer - National Skill Development Authority</a:t>
            </a:r>
          </a:p>
        </p:txBody>
      </p:sp>
      <p:grpSp>
        <p:nvGrpSpPr>
          <p:cNvPr id="4" name="Group 3">
            <a:extLst>
              <a:ext uri="{FF2B5EF4-FFF2-40B4-BE49-F238E27FC236}">
                <a16:creationId xmlns:a16="http://schemas.microsoft.com/office/drawing/2014/main" id="{F7C9C6D0-9B61-EBD0-5004-57EC29C77219}"/>
              </a:ext>
            </a:extLst>
          </p:cNvPr>
          <p:cNvGrpSpPr/>
          <p:nvPr userDrawn="1"/>
        </p:nvGrpSpPr>
        <p:grpSpPr>
          <a:xfrm>
            <a:off x="2075294" y="428355"/>
            <a:ext cx="348729" cy="732107"/>
            <a:chOff x="1942404" y="4303509"/>
            <a:chExt cx="467480" cy="981408"/>
          </a:xfrm>
        </p:grpSpPr>
        <p:pic>
          <p:nvPicPr>
            <p:cNvPr id="5" name="Picture 4" descr="Python Logo PNG Transparent – Brands Logos">
              <a:extLst>
                <a:ext uri="{FF2B5EF4-FFF2-40B4-BE49-F238E27FC236}">
                  <a16:creationId xmlns:a16="http://schemas.microsoft.com/office/drawing/2014/main" id="{2BAE9887-0D78-655E-752E-8F172AB01E0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950885" y="4827717"/>
              <a:ext cx="458999" cy="4572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Django Icon #266158 - Free Icons Library">
              <a:extLst>
                <a:ext uri="{FF2B5EF4-FFF2-40B4-BE49-F238E27FC236}">
                  <a16:creationId xmlns:a16="http://schemas.microsoft.com/office/drawing/2014/main" id="{98EEAA7F-4CAC-E7E6-4F14-DDE83FC09C1C}"/>
                </a:ext>
              </a:extLst>
            </p:cNvPr>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3957" t="3918" r="4003" b="4265"/>
            <a:stretch/>
          </p:blipFill>
          <p:spPr bwMode="auto">
            <a:xfrm>
              <a:off x="1942404" y="4303509"/>
              <a:ext cx="458318" cy="45719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099035816"/>
      </p:ext>
    </p:extLst>
  </p:cSld>
  <p:clrMapOvr>
    <a:overrideClrMapping bg1="lt1" tx1="dk1" bg2="lt2" tx2="dk2" accent1="accent1" accent2="accent2" accent3="accent3" accent4="accent4" accent5="accent5" accent6="accent6" hlink="hlink" folHlink="folHlink"/>
  </p:clrMapOvr>
  <p:transition>
    <p:pull/>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46FBD-D7EA-4B09-0A6F-0F777842C1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20A4EEA-AAE7-5304-5111-D6F94C69AC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CC15CB0-F855-0DE4-09BB-2AC7998DB99A}"/>
              </a:ext>
            </a:extLst>
          </p:cNvPr>
          <p:cNvSpPr>
            <a:spLocks noGrp="1"/>
          </p:cNvSpPr>
          <p:nvPr>
            <p:ph type="dt" sz="half" idx="10"/>
          </p:nvPr>
        </p:nvSpPr>
        <p:spPr/>
        <p:txBody>
          <a:bodyPr/>
          <a:lstStyle/>
          <a:p>
            <a:fld id="{91902E1B-B2DB-4B0C-86FF-4E50C6945317}" type="datetime1">
              <a:rPr lang="en-US" smtClean="0"/>
              <a:t>3/7/2026</a:t>
            </a:fld>
            <a:endParaRPr lang="en-US"/>
          </a:p>
        </p:txBody>
      </p:sp>
      <p:sp>
        <p:nvSpPr>
          <p:cNvPr id="5" name="Footer Placeholder 4">
            <a:extLst>
              <a:ext uri="{FF2B5EF4-FFF2-40B4-BE49-F238E27FC236}">
                <a16:creationId xmlns:a16="http://schemas.microsoft.com/office/drawing/2014/main" id="{A130BBE1-04E9-C8D3-9736-DC8B152F97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0104F5-2BB3-3388-9F58-9445C1228263}"/>
              </a:ext>
            </a:extLst>
          </p:cNvPr>
          <p:cNvSpPr>
            <a:spLocks noGrp="1"/>
          </p:cNvSpPr>
          <p:nvPr>
            <p:ph type="sldNum" sz="quarter" idx="12"/>
          </p:nvPr>
        </p:nvSpPr>
        <p:spPr/>
        <p:txBody>
          <a:bodyPr/>
          <a:lstStyle/>
          <a:p>
            <a:fld id="{82191E0B-3CC6-47CC-B1C5-29A4C4EF6875}" type="slidenum">
              <a:rPr lang="en-US" smtClean="0"/>
              <a:t>‹#›</a:t>
            </a:fld>
            <a:endParaRPr lang="en-US"/>
          </a:p>
        </p:txBody>
      </p:sp>
    </p:spTree>
    <p:extLst>
      <p:ext uri="{BB962C8B-B14F-4D97-AF65-F5344CB8AC3E}">
        <p14:creationId xmlns:p14="http://schemas.microsoft.com/office/powerpoint/2010/main" val="1113944819"/>
      </p:ext>
    </p:extLst>
  </p:cSld>
  <p:clrMapOvr>
    <a:masterClrMapping/>
  </p:clrMapOvr>
  <p:transition>
    <p:pull/>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253DE8-B57F-AC5E-27E7-68061144803E}"/>
              </a:ext>
            </a:extLst>
          </p:cNvPr>
          <p:cNvSpPr>
            <a:spLocks noGrp="1"/>
          </p:cNvSpPr>
          <p:nvPr>
            <p:ph idx="1"/>
          </p:nvPr>
        </p:nvSpPr>
        <p:spPr>
          <a:xfrm>
            <a:off x="1030146" y="1825625"/>
            <a:ext cx="10323653"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CF1C3EF-AB55-7F58-F83D-2B63993677DD}"/>
              </a:ext>
            </a:extLst>
          </p:cNvPr>
          <p:cNvSpPr>
            <a:spLocks noGrp="1"/>
          </p:cNvSpPr>
          <p:nvPr>
            <p:ph type="dt" sz="half" idx="10"/>
          </p:nvPr>
        </p:nvSpPr>
        <p:spPr/>
        <p:txBody>
          <a:bodyPr/>
          <a:lstStyle/>
          <a:p>
            <a:fld id="{50A7BF87-5769-4D33-B480-897940684496}" type="datetime1">
              <a:rPr lang="en-US" smtClean="0"/>
              <a:t>3/7/2026</a:t>
            </a:fld>
            <a:endParaRPr lang="en-US"/>
          </a:p>
        </p:txBody>
      </p:sp>
      <p:sp>
        <p:nvSpPr>
          <p:cNvPr id="5" name="Footer Placeholder 4">
            <a:extLst>
              <a:ext uri="{FF2B5EF4-FFF2-40B4-BE49-F238E27FC236}">
                <a16:creationId xmlns:a16="http://schemas.microsoft.com/office/drawing/2014/main" id="{4E4BFD88-D54C-8454-2C07-C67D7A42D3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A11CC-2953-5BCB-6C37-C728ECF8094D}"/>
              </a:ext>
            </a:extLst>
          </p:cNvPr>
          <p:cNvSpPr>
            <a:spLocks noGrp="1"/>
          </p:cNvSpPr>
          <p:nvPr>
            <p:ph type="sldNum" sz="quarter" idx="12"/>
          </p:nvPr>
        </p:nvSpPr>
        <p:spPr>
          <a:xfrm>
            <a:off x="8263483" y="6378715"/>
            <a:ext cx="2743200" cy="365125"/>
          </a:xfrm>
        </p:spPr>
        <p:txBody>
          <a:bodyPr/>
          <a:lstStyle>
            <a:lvl1pPr>
              <a:defRPr sz="2000" b="1">
                <a:solidFill>
                  <a:schemeClr val="bg1"/>
                </a:solidFill>
              </a:defRPr>
            </a:lvl1pPr>
          </a:lstStyle>
          <a:p>
            <a:fld id="{82191E0B-3CC6-47CC-B1C5-29A4C4EF6875}" type="slidenum">
              <a:rPr lang="en-US" smtClean="0"/>
              <a:pPr/>
              <a:t>‹#›</a:t>
            </a:fld>
            <a:endParaRPr lang="en-US" dirty="0"/>
          </a:p>
        </p:txBody>
      </p:sp>
      <p:pic>
        <p:nvPicPr>
          <p:cNvPr id="17" name="Graphic 16">
            <a:extLst>
              <a:ext uri="{FF2B5EF4-FFF2-40B4-BE49-F238E27FC236}">
                <a16:creationId xmlns:a16="http://schemas.microsoft.com/office/drawing/2014/main" id="{C15A3681-FB8C-0718-74C8-1947D938609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751978" y="5349878"/>
            <a:ext cx="1203644" cy="1192993"/>
          </a:xfrm>
          <a:prstGeom prst="rect">
            <a:avLst/>
          </a:prstGeom>
        </p:spPr>
      </p:pic>
      <p:grpSp>
        <p:nvGrpSpPr>
          <p:cNvPr id="7" name="Group 6">
            <a:extLst>
              <a:ext uri="{FF2B5EF4-FFF2-40B4-BE49-F238E27FC236}">
                <a16:creationId xmlns:a16="http://schemas.microsoft.com/office/drawing/2014/main" id="{A4394391-CBE7-9C2A-6BD8-08DA8FB3B9C3}"/>
              </a:ext>
            </a:extLst>
          </p:cNvPr>
          <p:cNvGrpSpPr/>
          <p:nvPr userDrawn="1"/>
        </p:nvGrpSpPr>
        <p:grpSpPr>
          <a:xfrm>
            <a:off x="365760" y="527031"/>
            <a:ext cx="8528857" cy="1198094"/>
            <a:chOff x="365761" y="527031"/>
            <a:chExt cx="6370320" cy="1198094"/>
          </a:xfrm>
        </p:grpSpPr>
        <p:sp>
          <p:nvSpPr>
            <p:cNvPr id="8" name="Rectangle: Rounded Corners 7">
              <a:extLst>
                <a:ext uri="{FF2B5EF4-FFF2-40B4-BE49-F238E27FC236}">
                  <a16:creationId xmlns:a16="http://schemas.microsoft.com/office/drawing/2014/main" id="{BC731176-2BC8-D1F8-EE64-429B982D7D31}"/>
                </a:ext>
              </a:extLst>
            </p:cNvPr>
            <p:cNvSpPr/>
            <p:nvPr/>
          </p:nvSpPr>
          <p:spPr>
            <a:xfrm>
              <a:off x="457201" y="612605"/>
              <a:ext cx="6278880" cy="1112520"/>
            </a:xfrm>
            <a:prstGeom prst="roundRect">
              <a:avLst/>
            </a:prstGeom>
            <a:solidFill>
              <a:srgbClr val="A6CF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112947A3-33B6-269D-3C3C-D19E900AE101}"/>
                </a:ext>
              </a:extLst>
            </p:cNvPr>
            <p:cNvSpPr/>
            <p:nvPr/>
          </p:nvSpPr>
          <p:spPr>
            <a:xfrm>
              <a:off x="365761" y="527031"/>
              <a:ext cx="6278880" cy="1112520"/>
            </a:xfrm>
            <a:prstGeom prst="roundRect">
              <a:avLst/>
            </a:prstGeom>
            <a:solidFill>
              <a:srgbClr val="0042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3200" dirty="0">
                <a:latin typeface="Arial Black" panose="020B0A04020102020204" pitchFamily="34" charset="0"/>
              </a:endParaRPr>
            </a:p>
          </p:txBody>
        </p:sp>
      </p:grpSp>
      <p:sp>
        <p:nvSpPr>
          <p:cNvPr id="2" name="Title 1">
            <a:extLst>
              <a:ext uri="{FF2B5EF4-FFF2-40B4-BE49-F238E27FC236}">
                <a16:creationId xmlns:a16="http://schemas.microsoft.com/office/drawing/2014/main" id="{AEB55A2E-2BCB-21EB-4569-A99BAFE641F3}"/>
              </a:ext>
            </a:extLst>
          </p:cNvPr>
          <p:cNvSpPr>
            <a:spLocks noGrp="1"/>
          </p:cNvSpPr>
          <p:nvPr>
            <p:ph type="title"/>
          </p:nvPr>
        </p:nvSpPr>
        <p:spPr>
          <a:xfrm>
            <a:off x="711199" y="578168"/>
            <a:ext cx="7795491" cy="1068070"/>
          </a:xfrm>
        </p:spPr>
        <p:txBody>
          <a:bodyPr>
            <a:noAutofit/>
          </a:bodyPr>
          <a:lstStyle>
            <a:lvl1pPr>
              <a:defRPr sz="3600" b="1">
                <a:solidFill>
                  <a:schemeClr val="bg1"/>
                </a:solidFill>
                <a:latin typeface="+mn-lt"/>
                <a:ea typeface="Roboto Black" panose="02000000000000000000" pitchFamily="2" charset="0"/>
              </a:defRPr>
            </a:lvl1pPr>
          </a:lstStyle>
          <a:p>
            <a:r>
              <a:rPr lang="en-US" dirty="0"/>
              <a:t>Click to edit Master title style</a:t>
            </a:r>
          </a:p>
        </p:txBody>
      </p:sp>
    </p:spTree>
    <p:extLst>
      <p:ext uri="{BB962C8B-B14F-4D97-AF65-F5344CB8AC3E}">
        <p14:creationId xmlns:p14="http://schemas.microsoft.com/office/powerpoint/2010/main" val="2135670892"/>
      </p:ext>
    </p:extLst>
  </p:cSld>
  <p:clrMapOvr>
    <a:masterClrMapping/>
  </p:clrMapOvr>
  <p:transition>
    <p:pull/>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B57E0-4DC2-9902-73FB-F02D6DBAD187}"/>
              </a:ext>
            </a:extLst>
          </p:cNvPr>
          <p:cNvSpPr>
            <a:spLocks noGrp="1"/>
          </p:cNvSpPr>
          <p:nvPr>
            <p:ph type="title"/>
          </p:nvPr>
        </p:nvSpPr>
        <p:spPr>
          <a:xfrm>
            <a:off x="393539" y="1709738"/>
            <a:ext cx="3368233" cy="2852737"/>
          </a:xfrm>
        </p:spPr>
        <p:txBody>
          <a:bodyPr anchor="ctr">
            <a:normAutofit/>
          </a:bodyPr>
          <a:lstStyle>
            <a:lvl1pPr algn="ctr">
              <a:defRPr sz="3600" b="1">
                <a:solidFill>
                  <a:schemeClr val="bg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2A66C365-DB49-BE1F-7276-4B5579D4E828}"/>
              </a:ext>
            </a:extLst>
          </p:cNvPr>
          <p:cNvSpPr>
            <a:spLocks noGrp="1"/>
          </p:cNvSpPr>
          <p:nvPr>
            <p:ph type="body" idx="1"/>
          </p:nvPr>
        </p:nvSpPr>
        <p:spPr>
          <a:xfrm>
            <a:off x="4490977" y="2386012"/>
            <a:ext cx="7581418" cy="1500187"/>
          </a:xfrm>
        </p:spPr>
        <p:txBody>
          <a:bodyPr/>
          <a:lstStyle>
            <a:lvl1pPr marL="0" indent="0" algn="ctr">
              <a:buNone/>
              <a:defRPr sz="2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871670-2B75-FACA-683C-216346F107B5}"/>
              </a:ext>
            </a:extLst>
          </p:cNvPr>
          <p:cNvSpPr>
            <a:spLocks noGrp="1"/>
          </p:cNvSpPr>
          <p:nvPr>
            <p:ph type="dt" sz="half" idx="10"/>
          </p:nvPr>
        </p:nvSpPr>
        <p:spPr/>
        <p:txBody>
          <a:bodyPr/>
          <a:lstStyle/>
          <a:p>
            <a:fld id="{E554E6D2-49E5-4F1D-A14A-A9A51A506BD0}" type="datetime1">
              <a:rPr lang="en-US" smtClean="0"/>
              <a:t>3/7/2026</a:t>
            </a:fld>
            <a:endParaRPr lang="en-US"/>
          </a:p>
        </p:txBody>
      </p:sp>
      <p:sp>
        <p:nvSpPr>
          <p:cNvPr id="5" name="Footer Placeholder 4">
            <a:extLst>
              <a:ext uri="{FF2B5EF4-FFF2-40B4-BE49-F238E27FC236}">
                <a16:creationId xmlns:a16="http://schemas.microsoft.com/office/drawing/2014/main" id="{2590B091-63F7-01DA-70F8-2CFD15C546EA}"/>
              </a:ext>
            </a:extLst>
          </p:cNvPr>
          <p:cNvSpPr>
            <a:spLocks noGrp="1"/>
          </p:cNvSpPr>
          <p:nvPr>
            <p:ph type="ftr" sz="quarter" idx="11"/>
          </p:nvPr>
        </p:nvSpPr>
        <p:spPr/>
        <p:txBody>
          <a:bodyPr/>
          <a:lstStyle/>
          <a:p>
            <a:endParaRPr lang="en-US"/>
          </a:p>
        </p:txBody>
      </p:sp>
      <p:pic>
        <p:nvPicPr>
          <p:cNvPr id="7" name="Graphic 6">
            <a:extLst>
              <a:ext uri="{FF2B5EF4-FFF2-40B4-BE49-F238E27FC236}">
                <a16:creationId xmlns:a16="http://schemas.microsoft.com/office/drawing/2014/main" id="{120B8CC6-0CC9-8C8F-5BDF-28C5DC0F724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751978" y="5349878"/>
            <a:ext cx="1203644" cy="1192993"/>
          </a:xfrm>
          <a:prstGeom prst="rect">
            <a:avLst/>
          </a:prstGeom>
        </p:spPr>
      </p:pic>
      <p:sp>
        <p:nvSpPr>
          <p:cNvPr id="8" name="Slide Number Placeholder 5">
            <a:extLst>
              <a:ext uri="{FF2B5EF4-FFF2-40B4-BE49-F238E27FC236}">
                <a16:creationId xmlns:a16="http://schemas.microsoft.com/office/drawing/2014/main" id="{748CF5A0-4195-9956-D5FB-61840047E655}"/>
              </a:ext>
            </a:extLst>
          </p:cNvPr>
          <p:cNvSpPr>
            <a:spLocks noGrp="1"/>
          </p:cNvSpPr>
          <p:nvPr>
            <p:ph type="sldNum" sz="quarter" idx="12"/>
          </p:nvPr>
        </p:nvSpPr>
        <p:spPr>
          <a:xfrm>
            <a:off x="8263483" y="6378715"/>
            <a:ext cx="2743200" cy="365125"/>
          </a:xfrm>
        </p:spPr>
        <p:txBody>
          <a:bodyPr/>
          <a:lstStyle>
            <a:lvl1pPr>
              <a:defRPr sz="2000" b="1">
                <a:solidFill>
                  <a:schemeClr val="bg1"/>
                </a:solidFill>
              </a:defRPr>
            </a:lvl1pPr>
          </a:lstStyle>
          <a:p>
            <a:fld id="{82191E0B-3CC6-47CC-B1C5-29A4C4EF6875}" type="slidenum">
              <a:rPr lang="en-US" smtClean="0"/>
              <a:pPr/>
              <a:t>‹#›</a:t>
            </a:fld>
            <a:endParaRPr lang="en-US" dirty="0"/>
          </a:p>
        </p:txBody>
      </p:sp>
    </p:spTree>
    <p:extLst>
      <p:ext uri="{BB962C8B-B14F-4D97-AF65-F5344CB8AC3E}">
        <p14:creationId xmlns:p14="http://schemas.microsoft.com/office/powerpoint/2010/main" val="153582922"/>
      </p:ext>
    </p:extLst>
  </p:cSld>
  <p:clrMapOvr>
    <a:masterClrMapping/>
  </p:clrMapOvr>
  <p:transition>
    <p:pull/>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0A1FD-D041-4FBF-7853-3105A61546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1AB20B-3D44-DFE9-BA91-FF12B43BAA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237040-D39E-332D-05FB-5571E15AE9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A7A3478-1E75-472C-A6FA-7C777315A8E7}"/>
              </a:ext>
            </a:extLst>
          </p:cNvPr>
          <p:cNvSpPr>
            <a:spLocks noGrp="1"/>
          </p:cNvSpPr>
          <p:nvPr>
            <p:ph type="dt" sz="half" idx="10"/>
          </p:nvPr>
        </p:nvSpPr>
        <p:spPr/>
        <p:txBody>
          <a:bodyPr/>
          <a:lstStyle/>
          <a:p>
            <a:fld id="{F540F202-FE58-4F6C-B925-2FF390FEFFFC}" type="datetime1">
              <a:rPr lang="en-US" smtClean="0"/>
              <a:t>3/7/2026</a:t>
            </a:fld>
            <a:endParaRPr lang="en-US"/>
          </a:p>
        </p:txBody>
      </p:sp>
      <p:sp>
        <p:nvSpPr>
          <p:cNvPr id="6" name="Footer Placeholder 5">
            <a:extLst>
              <a:ext uri="{FF2B5EF4-FFF2-40B4-BE49-F238E27FC236}">
                <a16:creationId xmlns:a16="http://schemas.microsoft.com/office/drawing/2014/main" id="{B77A3740-AD57-CF1A-70ED-E3A797803B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0FD506-693B-4C58-145B-6A04B3142AD1}"/>
              </a:ext>
            </a:extLst>
          </p:cNvPr>
          <p:cNvSpPr>
            <a:spLocks noGrp="1"/>
          </p:cNvSpPr>
          <p:nvPr>
            <p:ph type="sldNum" sz="quarter" idx="12"/>
          </p:nvPr>
        </p:nvSpPr>
        <p:spPr/>
        <p:txBody>
          <a:bodyPr/>
          <a:lstStyle/>
          <a:p>
            <a:fld id="{82191E0B-3CC6-47CC-B1C5-29A4C4EF6875}" type="slidenum">
              <a:rPr lang="en-US" smtClean="0"/>
              <a:t>‹#›</a:t>
            </a:fld>
            <a:endParaRPr lang="en-US"/>
          </a:p>
        </p:txBody>
      </p:sp>
    </p:spTree>
    <p:extLst>
      <p:ext uri="{BB962C8B-B14F-4D97-AF65-F5344CB8AC3E}">
        <p14:creationId xmlns:p14="http://schemas.microsoft.com/office/powerpoint/2010/main" val="231508075"/>
      </p:ext>
    </p:extLst>
  </p:cSld>
  <p:clrMapOvr>
    <a:masterClrMapping/>
  </p:clrMapOvr>
  <p:transition>
    <p:pull/>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1FC4B-A3A5-B86A-C83D-BD1F94F5226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ED69AA-FCF7-7EB0-1E5F-D21215EA3E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46551D-B22C-952B-6DEF-F45839E1C9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2F5BF80-C13F-44FC-6F98-9B1772A840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7D7551-8D69-6A41-FAD4-C668B9FB08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0FA2078-5F91-4832-8C99-80FE50D81C61}"/>
              </a:ext>
            </a:extLst>
          </p:cNvPr>
          <p:cNvSpPr>
            <a:spLocks noGrp="1"/>
          </p:cNvSpPr>
          <p:nvPr>
            <p:ph type="dt" sz="half" idx="10"/>
          </p:nvPr>
        </p:nvSpPr>
        <p:spPr/>
        <p:txBody>
          <a:bodyPr/>
          <a:lstStyle/>
          <a:p>
            <a:fld id="{53B413BB-F484-42AE-B2FE-71CA8C3D3AE8}" type="datetime1">
              <a:rPr lang="en-US" smtClean="0"/>
              <a:t>3/7/2026</a:t>
            </a:fld>
            <a:endParaRPr lang="en-US"/>
          </a:p>
        </p:txBody>
      </p:sp>
      <p:sp>
        <p:nvSpPr>
          <p:cNvPr id="8" name="Footer Placeholder 7">
            <a:extLst>
              <a:ext uri="{FF2B5EF4-FFF2-40B4-BE49-F238E27FC236}">
                <a16:creationId xmlns:a16="http://schemas.microsoft.com/office/drawing/2014/main" id="{B73FFA32-C762-54A1-9ACF-221255D6D6D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B1AAC9B-00A7-D2FF-D420-E190B53EB1EF}"/>
              </a:ext>
            </a:extLst>
          </p:cNvPr>
          <p:cNvSpPr>
            <a:spLocks noGrp="1"/>
          </p:cNvSpPr>
          <p:nvPr>
            <p:ph type="sldNum" sz="quarter" idx="12"/>
          </p:nvPr>
        </p:nvSpPr>
        <p:spPr/>
        <p:txBody>
          <a:bodyPr/>
          <a:lstStyle/>
          <a:p>
            <a:fld id="{82191E0B-3CC6-47CC-B1C5-29A4C4EF6875}" type="slidenum">
              <a:rPr lang="en-US" smtClean="0"/>
              <a:t>‹#›</a:t>
            </a:fld>
            <a:endParaRPr lang="en-US"/>
          </a:p>
        </p:txBody>
      </p:sp>
    </p:spTree>
    <p:extLst>
      <p:ext uri="{BB962C8B-B14F-4D97-AF65-F5344CB8AC3E}">
        <p14:creationId xmlns:p14="http://schemas.microsoft.com/office/powerpoint/2010/main" val="4270337360"/>
      </p:ext>
    </p:extLst>
  </p:cSld>
  <p:clrMapOvr>
    <a:masterClrMapping/>
  </p:clrMapOvr>
  <p:transition>
    <p:pull/>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C2024-EE2E-FD2C-6981-079C56165F6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5AAD1CF-E6DA-D3D9-24B9-5321D0DFBB32}"/>
              </a:ext>
            </a:extLst>
          </p:cNvPr>
          <p:cNvSpPr>
            <a:spLocks noGrp="1"/>
          </p:cNvSpPr>
          <p:nvPr>
            <p:ph type="dt" sz="half" idx="10"/>
          </p:nvPr>
        </p:nvSpPr>
        <p:spPr/>
        <p:txBody>
          <a:bodyPr/>
          <a:lstStyle/>
          <a:p>
            <a:fld id="{AA476E82-7E02-4B69-8BEE-89686FFFEF81}" type="datetime1">
              <a:rPr lang="en-US" smtClean="0"/>
              <a:t>3/7/2026</a:t>
            </a:fld>
            <a:endParaRPr lang="en-US"/>
          </a:p>
        </p:txBody>
      </p:sp>
      <p:sp>
        <p:nvSpPr>
          <p:cNvPr id="4" name="Footer Placeholder 3">
            <a:extLst>
              <a:ext uri="{FF2B5EF4-FFF2-40B4-BE49-F238E27FC236}">
                <a16:creationId xmlns:a16="http://schemas.microsoft.com/office/drawing/2014/main" id="{89FB21F9-C17C-EB79-ECF1-4621F8A9AF5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12FC841-9A10-CBD0-F5AD-B863CBC9D67A}"/>
              </a:ext>
            </a:extLst>
          </p:cNvPr>
          <p:cNvSpPr>
            <a:spLocks noGrp="1"/>
          </p:cNvSpPr>
          <p:nvPr>
            <p:ph type="sldNum" sz="quarter" idx="12"/>
          </p:nvPr>
        </p:nvSpPr>
        <p:spPr/>
        <p:txBody>
          <a:bodyPr/>
          <a:lstStyle/>
          <a:p>
            <a:fld id="{82191E0B-3CC6-47CC-B1C5-29A4C4EF6875}" type="slidenum">
              <a:rPr lang="en-US" smtClean="0"/>
              <a:t>‹#›</a:t>
            </a:fld>
            <a:endParaRPr lang="en-US"/>
          </a:p>
        </p:txBody>
      </p:sp>
    </p:spTree>
    <p:extLst>
      <p:ext uri="{BB962C8B-B14F-4D97-AF65-F5344CB8AC3E}">
        <p14:creationId xmlns:p14="http://schemas.microsoft.com/office/powerpoint/2010/main" val="3129087982"/>
      </p:ext>
    </p:extLst>
  </p:cSld>
  <p:clrMapOvr>
    <a:masterClrMapping/>
  </p:clrMapOvr>
  <p:transition>
    <p:pull/>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445728-5DD8-3378-B753-501D4D1808DA}"/>
              </a:ext>
            </a:extLst>
          </p:cNvPr>
          <p:cNvSpPr>
            <a:spLocks noGrp="1"/>
          </p:cNvSpPr>
          <p:nvPr>
            <p:ph type="dt" sz="half" idx="10"/>
          </p:nvPr>
        </p:nvSpPr>
        <p:spPr/>
        <p:txBody>
          <a:bodyPr/>
          <a:lstStyle/>
          <a:p>
            <a:fld id="{3FBFB73F-9411-4A5C-B9ED-3B1ACF393399}" type="datetime1">
              <a:rPr lang="en-US" smtClean="0"/>
              <a:t>3/7/2026</a:t>
            </a:fld>
            <a:endParaRPr lang="en-US"/>
          </a:p>
        </p:txBody>
      </p:sp>
      <p:sp>
        <p:nvSpPr>
          <p:cNvPr id="3" name="Footer Placeholder 2">
            <a:extLst>
              <a:ext uri="{FF2B5EF4-FFF2-40B4-BE49-F238E27FC236}">
                <a16:creationId xmlns:a16="http://schemas.microsoft.com/office/drawing/2014/main" id="{81B08DBE-1ACF-C2F4-D763-9552030718E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2CDD9AD-B150-832E-4DB9-6BA4262BA66E}"/>
              </a:ext>
            </a:extLst>
          </p:cNvPr>
          <p:cNvSpPr>
            <a:spLocks noGrp="1"/>
          </p:cNvSpPr>
          <p:nvPr>
            <p:ph type="sldNum" sz="quarter" idx="12"/>
          </p:nvPr>
        </p:nvSpPr>
        <p:spPr/>
        <p:txBody>
          <a:bodyPr/>
          <a:lstStyle/>
          <a:p>
            <a:fld id="{82191E0B-3CC6-47CC-B1C5-29A4C4EF6875}" type="slidenum">
              <a:rPr lang="en-US" smtClean="0"/>
              <a:t>‹#›</a:t>
            </a:fld>
            <a:endParaRPr lang="en-US"/>
          </a:p>
        </p:txBody>
      </p:sp>
    </p:spTree>
    <p:extLst>
      <p:ext uri="{BB962C8B-B14F-4D97-AF65-F5344CB8AC3E}">
        <p14:creationId xmlns:p14="http://schemas.microsoft.com/office/powerpoint/2010/main" val="145320726"/>
      </p:ext>
    </p:extLst>
  </p:cSld>
  <p:clrMapOvr>
    <a:masterClrMapping/>
  </p:clrMapOvr>
  <p:transition>
    <p:pull/>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06F50-4B3A-4816-2439-09904BCDE0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2192C52-FE2D-E27F-697E-70FB30F741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82043DB-AC60-C48C-74E3-8112710C20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6946CB-972B-5565-882F-A259564D0C89}"/>
              </a:ext>
            </a:extLst>
          </p:cNvPr>
          <p:cNvSpPr>
            <a:spLocks noGrp="1"/>
          </p:cNvSpPr>
          <p:nvPr>
            <p:ph type="dt" sz="half" idx="10"/>
          </p:nvPr>
        </p:nvSpPr>
        <p:spPr/>
        <p:txBody>
          <a:bodyPr/>
          <a:lstStyle/>
          <a:p>
            <a:fld id="{2C51DD18-DEDD-4618-B8D3-89F7DEA7F796}" type="datetime1">
              <a:rPr lang="en-US" smtClean="0"/>
              <a:t>3/7/2026</a:t>
            </a:fld>
            <a:endParaRPr lang="en-US"/>
          </a:p>
        </p:txBody>
      </p:sp>
      <p:sp>
        <p:nvSpPr>
          <p:cNvPr id="6" name="Footer Placeholder 5">
            <a:extLst>
              <a:ext uri="{FF2B5EF4-FFF2-40B4-BE49-F238E27FC236}">
                <a16:creationId xmlns:a16="http://schemas.microsoft.com/office/drawing/2014/main" id="{64D10091-E94C-FD28-B41F-85DEA5F51A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296339-E5D2-3B2F-31AF-1476E33A9B9F}"/>
              </a:ext>
            </a:extLst>
          </p:cNvPr>
          <p:cNvSpPr>
            <a:spLocks noGrp="1"/>
          </p:cNvSpPr>
          <p:nvPr>
            <p:ph type="sldNum" sz="quarter" idx="12"/>
          </p:nvPr>
        </p:nvSpPr>
        <p:spPr/>
        <p:txBody>
          <a:bodyPr/>
          <a:lstStyle/>
          <a:p>
            <a:fld id="{82191E0B-3CC6-47CC-B1C5-29A4C4EF6875}" type="slidenum">
              <a:rPr lang="en-US" smtClean="0"/>
              <a:t>‹#›</a:t>
            </a:fld>
            <a:endParaRPr lang="en-US"/>
          </a:p>
        </p:txBody>
      </p:sp>
    </p:spTree>
    <p:extLst>
      <p:ext uri="{BB962C8B-B14F-4D97-AF65-F5344CB8AC3E}">
        <p14:creationId xmlns:p14="http://schemas.microsoft.com/office/powerpoint/2010/main" val="3418285786"/>
      </p:ext>
    </p:extLst>
  </p:cSld>
  <p:clrMapOvr>
    <a:masterClrMapping/>
  </p:clrMapOvr>
  <p:transition>
    <p:pull/>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5C14E-75AA-0C92-F220-3AAD7AD305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D90DA2-C411-59D6-4C0C-908991AAAD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EF6445-67A7-9662-AE24-DB75D0A01E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6C8D6E-C325-CB08-913E-5D0CFA8D547E}"/>
              </a:ext>
            </a:extLst>
          </p:cNvPr>
          <p:cNvSpPr>
            <a:spLocks noGrp="1"/>
          </p:cNvSpPr>
          <p:nvPr>
            <p:ph type="dt" sz="half" idx="10"/>
          </p:nvPr>
        </p:nvSpPr>
        <p:spPr/>
        <p:txBody>
          <a:bodyPr/>
          <a:lstStyle/>
          <a:p>
            <a:fld id="{975A9BB6-EC60-43E1-BA80-EB28A4ADF470}" type="datetime1">
              <a:rPr lang="en-US" smtClean="0"/>
              <a:t>3/7/2026</a:t>
            </a:fld>
            <a:endParaRPr lang="en-US"/>
          </a:p>
        </p:txBody>
      </p:sp>
      <p:sp>
        <p:nvSpPr>
          <p:cNvPr id="6" name="Footer Placeholder 5">
            <a:extLst>
              <a:ext uri="{FF2B5EF4-FFF2-40B4-BE49-F238E27FC236}">
                <a16:creationId xmlns:a16="http://schemas.microsoft.com/office/drawing/2014/main" id="{DE6CA266-80A2-77E9-30D1-7A8873A54B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4294D4-AA30-7B04-9372-313CB265AE0F}"/>
              </a:ext>
            </a:extLst>
          </p:cNvPr>
          <p:cNvSpPr>
            <a:spLocks noGrp="1"/>
          </p:cNvSpPr>
          <p:nvPr>
            <p:ph type="sldNum" sz="quarter" idx="12"/>
          </p:nvPr>
        </p:nvSpPr>
        <p:spPr/>
        <p:txBody>
          <a:bodyPr/>
          <a:lstStyle/>
          <a:p>
            <a:fld id="{82191E0B-3CC6-47CC-B1C5-29A4C4EF6875}" type="slidenum">
              <a:rPr lang="en-US" smtClean="0"/>
              <a:t>‹#›</a:t>
            </a:fld>
            <a:endParaRPr lang="en-US"/>
          </a:p>
        </p:txBody>
      </p:sp>
    </p:spTree>
    <p:extLst>
      <p:ext uri="{BB962C8B-B14F-4D97-AF65-F5344CB8AC3E}">
        <p14:creationId xmlns:p14="http://schemas.microsoft.com/office/powerpoint/2010/main" val="2591010358"/>
      </p:ext>
    </p:extLst>
  </p:cSld>
  <p:clrMapOvr>
    <a:masterClrMapping/>
  </p:clrMapOvr>
  <p:transition>
    <p:pull/>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B90E4-01CE-88F6-103A-7A7829BCA85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FEBC952-7B54-418C-1A42-DA6826C6D3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434519-AAED-AEF4-C105-9CCD0ED672B6}"/>
              </a:ext>
            </a:extLst>
          </p:cNvPr>
          <p:cNvSpPr>
            <a:spLocks noGrp="1"/>
          </p:cNvSpPr>
          <p:nvPr>
            <p:ph type="dt" sz="half" idx="10"/>
          </p:nvPr>
        </p:nvSpPr>
        <p:spPr/>
        <p:txBody>
          <a:bodyPr/>
          <a:lstStyle/>
          <a:p>
            <a:fld id="{8DB5535B-11C8-4DDF-BE63-3629D94C0AEC}" type="datetime1">
              <a:rPr lang="en-US" smtClean="0"/>
              <a:t>3/7/2026</a:t>
            </a:fld>
            <a:endParaRPr lang="en-US"/>
          </a:p>
        </p:txBody>
      </p:sp>
      <p:sp>
        <p:nvSpPr>
          <p:cNvPr id="5" name="Footer Placeholder 4">
            <a:extLst>
              <a:ext uri="{FF2B5EF4-FFF2-40B4-BE49-F238E27FC236}">
                <a16:creationId xmlns:a16="http://schemas.microsoft.com/office/drawing/2014/main" id="{4F349751-5428-FBDE-66CC-224B9B50CF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51B834-F95C-7B3F-BCC0-A1A90E5B8D91}"/>
              </a:ext>
            </a:extLst>
          </p:cNvPr>
          <p:cNvSpPr>
            <a:spLocks noGrp="1"/>
          </p:cNvSpPr>
          <p:nvPr>
            <p:ph type="sldNum" sz="quarter" idx="12"/>
          </p:nvPr>
        </p:nvSpPr>
        <p:spPr/>
        <p:txBody>
          <a:bodyPr/>
          <a:lstStyle/>
          <a:p>
            <a:fld id="{82191E0B-3CC6-47CC-B1C5-29A4C4EF6875}" type="slidenum">
              <a:rPr lang="en-US" smtClean="0"/>
              <a:t>‹#›</a:t>
            </a:fld>
            <a:endParaRPr lang="en-US"/>
          </a:p>
        </p:txBody>
      </p:sp>
    </p:spTree>
    <p:extLst>
      <p:ext uri="{BB962C8B-B14F-4D97-AF65-F5344CB8AC3E}">
        <p14:creationId xmlns:p14="http://schemas.microsoft.com/office/powerpoint/2010/main" val="1665026219"/>
      </p:ext>
    </p:extLst>
  </p:cSld>
  <p:clrMapOvr>
    <a:masterClrMapping/>
  </p:clrMapOvr>
  <p:transition>
    <p:pull/>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B66E50-E91E-2F9C-617D-B068AD4104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373A187-132D-7091-45AC-0B12E1014D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415388-32BB-10B7-CCDD-C9904360C25D}"/>
              </a:ext>
            </a:extLst>
          </p:cNvPr>
          <p:cNvSpPr>
            <a:spLocks noGrp="1"/>
          </p:cNvSpPr>
          <p:nvPr>
            <p:ph type="dt" sz="half" idx="10"/>
          </p:nvPr>
        </p:nvSpPr>
        <p:spPr/>
        <p:txBody>
          <a:bodyPr/>
          <a:lstStyle/>
          <a:p>
            <a:fld id="{5BC5C14E-526E-4C34-BC74-238283BDC8DC}" type="datetime1">
              <a:rPr lang="en-US" smtClean="0"/>
              <a:t>3/7/2026</a:t>
            </a:fld>
            <a:endParaRPr lang="en-US"/>
          </a:p>
        </p:txBody>
      </p:sp>
      <p:sp>
        <p:nvSpPr>
          <p:cNvPr id="5" name="Footer Placeholder 4">
            <a:extLst>
              <a:ext uri="{FF2B5EF4-FFF2-40B4-BE49-F238E27FC236}">
                <a16:creationId xmlns:a16="http://schemas.microsoft.com/office/drawing/2014/main" id="{02BFBE2B-8378-8CA5-5BFB-FC7894F484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05B319-EFC1-4DBC-9AD3-8A33D05A0569}"/>
              </a:ext>
            </a:extLst>
          </p:cNvPr>
          <p:cNvSpPr>
            <a:spLocks noGrp="1"/>
          </p:cNvSpPr>
          <p:nvPr>
            <p:ph type="sldNum" sz="quarter" idx="12"/>
          </p:nvPr>
        </p:nvSpPr>
        <p:spPr/>
        <p:txBody>
          <a:bodyPr/>
          <a:lstStyle/>
          <a:p>
            <a:fld id="{82191E0B-3CC6-47CC-B1C5-29A4C4EF6875}" type="slidenum">
              <a:rPr lang="en-US" smtClean="0"/>
              <a:t>‹#›</a:t>
            </a:fld>
            <a:endParaRPr lang="en-US"/>
          </a:p>
        </p:txBody>
      </p:sp>
    </p:spTree>
    <p:extLst>
      <p:ext uri="{BB962C8B-B14F-4D97-AF65-F5344CB8AC3E}">
        <p14:creationId xmlns:p14="http://schemas.microsoft.com/office/powerpoint/2010/main" val="3217203644"/>
      </p:ext>
    </p:extLst>
  </p:cSld>
  <p:clrMapOvr>
    <a:masterClrMapping/>
  </p:clrMapOvr>
  <p:transition>
    <p:pull/>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0_Title and Content">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96BEA09-0983-13EF-017F-E168EAC9C3C0}"/>
              </a:ext>
            </a:extLst>
          </p:cNvPr>
          <p:cNvSpPr/>
          <p:nvPr userDrawn="1"/>
        </p:nvSpPr>
        <p:spPr>
          <a:xfrm>
            <a:off x="0" y="0"/>
            <a:ext cx="12192000" cy="6858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40" name="Picture 8" descr="Abstract Geometric Shape PNG, Vector, PSD, and Clipart With Transparent  Background for Free Download | Pngtree">
            <a:extLst>
              <a:ext uri="{FF2B5EF4-FFF2-40B4-BE49-F238E27FC236}">
                <a16:creationId xmlns:a16="http://schemas.microsoft.com/office/drawing/2014/main" id="{23974493-1E97-275C-6AEF-CF097BC514D0}"/>
              </a:ext>
            </a:extLst>
          </p:cNvPr>
          <p:cNvPicPr>
            <a:picLocks noChangeAspect="1" noChangeArrowheads="1"/>
          </p:cNvPicPr>
          <p:nvPr userDrawn="1"/>
        </p:nvPicPr>
        <p:blipFill rotWithShape="1">
          <a:blip r:embed="rId2">
            <a:alphaModFix amt="10000"/>
            <a:extLst>
              <a:ext uri="{28A0092B-C50C-407E-A947-70E740481C1C}">
                <a14:useLocalDpi xmlns:a14="http://schemas.microsoft.com/office/drawing/2010/main" val="0"/>
              </a:ext>
            </a:extLst>
          </a:blip>
          <a:srcRect t="12248" r="66592" b="57976"/>
          <a:stretch/>
        </p:blipFill>
        <p:spPr bwMode="auto">
          <a:xfrm>
            <a:off x="7903610" y="312917"/>
            <a:ext cx="850955" cy="758467"/>
          </a:xfrm>
          <a:prstGeom prst="ellipse">
            <a:avLst/>
          </a:prstGeom>
          <a:noFill/>
          <a:extLst>
            <a:ext uri="{909E8E84-426E-40DD-AFC4-6F175D3DCCD1}">
              <a14:hiddenFill xmlns:a14="http://schemas.microsoft.com/office/drawing/2010/main">
                <a:solidFill>
                  <a:srgbClr val="FFFFFF"/>
                </a:solidFill>
              </a14:hiddenFill>
            </a:ext>
          </a:extLst>
        </p:spPr>
      </p:pic>
      <p:sp>
        <p:nvSpPr>
          <p:cNvPr id="25" name="Rectangle: Top Corners Rounded 24">
            <a:extLst>
              <a:ext uri="{FF2B5EF4-FFF2-40B4-BE49-F238E27FC236}">
                <a16:creationId xmlns:a16="http://schemas.microsoft.com/office/drawing/2014/main" id="{24E01BB4-D3EF-3D83-72A6-6A76F24274B1}"/>
              </a:ext>
            </a:extLst>
          </p:cNvPr>
          <p:cNvSpPr/>
          <p:nvPr userDrawn="1"/>
        </p:nvSpPr>
        <p:spPr>
          <a:xfrm rot="5400000">
            <a:off x="3673953" y="-3394553"/>
            <a:ext cx="1079500" cy="8427406"/>
          </a:xfrm>
          <a:prstGeom prst="round2SameRect">
            <a:avLst>
              <a:gd name="adj1" fmla="val 20719"/>
              <a:gd name="adj2" fmla="val 0"/>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Single Corner Rounded 25">
            <a:extLst>
              <a:ext uri="{FF2B5EF4-FFF2-40B4-BE49-F238E27FC236}">
                <a16:creationId xmlns:a16="http://schemas.microsoft.com/office/drawing/2014/main" id="{F7D579D1-CC19-5325-72BE-FE4596D337A2}"/>
              </a:ext>
            </a:extLst>
          </p:cNvPr>
          <p:cNvSpPr/>
          <p:nvPr userDrawn="1"/>
        </p:nvSpPr>
        <p:spPr>
          <a:xfrm flipH="1">
            <a:off x="11766550" y="4476750"/>
            <a:ext cx="425450" cy="2381250"/>
          </a:xfrm>
          <a:prstGeom prst="round1Rect">
            <a:avLst>
              <a:gd name="adj" fmla="val 50000"/>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Top Corners Rounded 26">
            <a:extLst>
              <a:ext uri="{FF2B5EF4-FFF2-40B4-BE49-F238E27FC236}">
                <a16:creationId xmlns:a16="http://schemas.microsoft.com/office/drawing/2014/main" id="{C1E6DFA7-5710-3053-244D-4016136191F9}"/>
              </a:ext>
            </a:extLst>
          </p:cNvPr>
          <p:cNvSpPr/>
          <p:nvPr userDrawn="1"/>
        </p:nvSpPr>
        <p:spPr>
          <a:xfrm rot="5400000">
            <a:off x="3617338" y="-3426839"/>
            <a:ext cx="1079500" cy="8314177"/>
          </a:xfrm>
          <a:prstGeom prst="round2SameRect">
            <a:avLst>
              <a:gd name="adj1" fmla="val 20719"/>
              <a:gd name="adj2" fmla="val 0"/>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0" name="Picture 4" descr="Download Free Abstract shape Special Flat icon Icons in PNG &amp; SVG">
            <a:extLst>
              <a:ext uri="{FF2B5EF4-FFF2-40B4-BE49-F238E27FC236}">
                <a16:creationId xmlns:a16="http://schemas.microsoft.com/office/drawing/2014/main" id="{BA832964-A607-9790-80A0-F7EE54D281C5}"/>
              </a:ext>
            </a:extLst>
          </p:cNvPr>
          <p:cNvPicPr>
            <a:picLocks noChangeAspect="1" noChangeArrowheads="1"/>
          </p:cNvPicPr>
          <p:nvPr userDrawn="1"/>
        </p:nvPicPr>
        <p:blipFill rotWithShape="1">
          <a:blip r:embed="rId3">
            <a:alphaModFix amt="10000"/>
            <a:extLst>
              <a:ext uri="{28A0092B-C50C-407E-A947-70E740481C1C}">
                <a14:useLocalDpi xmlns:a14="http://schemas.microsoft.com/office/drawing/2010/main" val="0"/>
              </a:ext>
            </a:extLst>
          </a:blip>
          <a:srcRect l="10237"/>
          <a:stretch/>
        </p:blipFill>
        <p:spPr bwMode="auto">
          <a:xfrm flipH="1">
            <a:off x="11063400" y="-137722"/>
            <a:ext cx="1128600" cy="125730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Abstract shape - Free shapes and symbols icons">
            <a:extLst>
              <a:ext uri="{FF2B5EF4-FFF2-40B4-BE49-F238E27FC236}">
                <a16:creationId xmlns:a16="http://schemas.microsoft.com/office/drawing/2014/main" id="{F3164AF9-3A8B-147C-6959-0256F893C103}"/>
              </a:ext>
            </a:extLst>
          </p:cNvPr>
          <p:cNvPicPr>
            <a:picLocks noChangeAspect="1" noChangeArrowheads="1"/>
          </p:cNvPicPr>
          <p:nvPr userDrawn="1"/>
        </p:nvPicPr>
        <p:blipFill>
          <a:blip r:embed="rId4">
            <a:alphaModFix amt="10000"/>
            <a:extLst>
              <a:ext uri="{28A0092B-C50C-407E-A947-70E740481C1C}">
                <a14:useLocalDpi xmlns:a14="http://schemas.microsoft.com/office/drawing/2010/main" val="0"/>
              </a:ext>
            </a:extLst>
          </a:blip>
          <a:srcRect/>
          <a:stretch>
            <a:fillRect/>
          </a:stretch>
        </p:blipFill>
        <p:spPr bwMode="auto">
          <a:xfrm>
            <a:off x="10513376" y="1487939"/>
            <a:ext cx="930275" cy="930275"/>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Abstract Geometric Shape PNG, Vector, PSD, and Clipart With Transparent  Background for Free Download | Pngtree">
            <a:extLst>
              <a:ext uri="{FF2B5EF4-FFF2-40B4-BE49-F238E27FC236}">
                <a16:creationId xmlns:a16="http://schemas.microsoft.com/office/drawing/2014/main" id="{81F3228C-C4B1-92B5-7E1A-F8077CE399D8}"/>
              </a:ext>
            </a:extLst>
          </p:cNvPr>
          <p:cNvPicPr>
            <a:picLocks noChangeAspect="1" noChangeArrowheads="1"/>
          </p:cNvPicPr>
          <p:nvPr userDrawn="1"/>
        </p:nvPicPr>
        <p:blipFill rotWithShape="1">
          <a:blip r:embed="rId2">
            <a:alphaModFix amt="10000"/>
            <a:extLst>
              <a:ext uri="{28A0092B-C50C-407E-A947-70E740481C1C}">
                <a14:useLocalDpi xmlns:a14="http://schemas.microsoft.com/office/drawing/2010/main" val="0"/>
              </a:ext>
            </a:extLst>
          </a:blip>
          <a:srcRect t="12248" r="66592" b="57976"/>
          <a:stretch/>
        </p:blipFill>
        <p:spPr bwMode="auto">
          <a:xfrm>
            <a:off x="4990617" y="5769156"/>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28" name="Picture 12" descr="Geometric Abstract Shapes Vector PNG Images, Geometric Shape, Geometric,  Shapes, Line PNG Image For Free Download">
            <a:extLst>
              <a:ext uri="{FF2B5EF4-FFF2-40B4-BE49-F238E27FC236}">
                <a16:creationId xmlns:a16="http://schemas.microsoft.com/office/drawing/2014/main" id="{D7A128B6-B167-0AEE-B9D2-579466698A25}"/>
              </a:ext>
            </a:extLst>
          </p:cNvPr>
          <p:cNvPicPr>
            <a:picLocks noChangeAspect="1" noChangeArrowheads="1"/>
          </p:cNvPicPr>
          <p:nvPr userDrawn="1"/>
        </p:nvPicPr>
        <p:blipFill rotWithShape="1">
          <a:blip r:embed="rId5">
            <a:alphaModFix amt="10000"/>
            <a:extLst>
              <a:ext uri="{28A0092B-C50C-407E-A947-70E740481C1C}">
                <a14:useLocalDpi xmlns:a14="http://schemas.microsoft.com/office/drawing/2010/main" val="0"/>
              </a:ext>
            </a:extLst>
          </a:blip>
          <a:srcRect t="6106" r="77120" b="71014"/>
          <a:stretch/>
        </p:blipFill>
        <p:spPr bwMode="auto">
          <a:xfrm>
            <a:off x="4069544" y="1730274"/>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29" name="Picture 12" descr="Geometric Abstract Shapes Vector PNG Images, Geometric Shape, Geometric,  Shapes, Line PNG Image For Free Download">
            <a:extLst>
              <a:ext uri="{FF2B5EF4-FFF2-40B4-BE49-F238E27FC236}">
                <a16:creationId xmlns:a16="http://schemas.microsoft.com/office/drawing/2014/main" id="{FF5F6C9A-226C-D8BA-871E-97FB7CFE05EF}"/>
              </a:ext>
            </a:extLst>
          </p:cNvPr>
          <p:cNvPicPr>
            <a:picLocks noChangeAspect="1" noChangeArrowheads="1"/>
          </p:cNvPicPr>
          <p:nvPr userDrawn="1"/>
        </p:nvPicPr>
        <p:blipFill rotWithShape="1">
          <a:blip r:embed="rId5">
            <a:alphaModFix amt="10000"/>
            <a:extLst>
              <a:ext uri="{28A0092B-C50C-407E-A947-70E740481C1C}">
                <a14:useLocalDpi xmlns:a14="http://schemas.microsoft.com/office/drawing/2010/main" val="0"/>
              </a:ext>
            </a:extLst>
          </a:blip>
          <a:srcRect l="29101" t="1646" r="48019" b="75474"/>
          <a:stretch/>
        </p:blipFill>
        <p:spPr bwMode="auto">
          <a:xfrm>
            <a:off x="6701767" y="5810699"/>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0" name="Picture 12" descr="Geometric Abstract Shapes Vector PNG Images, Geometric Shape, Geometric,  Shapes, Line PNG Image For Free Download">
            <a:extLst>
              <a:ext uri="{FF2B5EF4-FFF2-40B4-BE49-F238E27FC236}">
                <a16:creationId xmlns:a16="http://schemas.microsoft.com/office/drawing/2014/main" id="{D7CE3784-FEF0-A1A3-1842-5D53154A1030}"/>
              </a:ext>
            </a:extLst>
          </p:cNvPr>
          <p:cNvPicPr>
            <a:picLocks noChangeAspect="1" noChangeArrowheads="1"/>
          </p:cNvPicPr>
          <p:nvPr userDrawn="1"/>
        </p:nvPicPr>
        <p:blipFill rotWithShape="1">
          <a:blip r:embed="rId5">
            <a:alphaModFix amt="10000"/>
            <a:extLst>
              <a:ext uri="{28A0092B-C50C-407E-A947-70E740481C1C}">
                <a14:useLocalDpi xmlns:a14="http://schemas.microsoft.com/office/drawing/2010/main" val="0"/>
              </a:ext>
            </a:extLst>
          </a:blip>
          <a:srcRect l="5635" t="32144" r="71485" b="44976"/>
          <a:stretch/>
        </p:blipFill>
        <p:spPr bwMode="auto">
          <a:xfrm>
            <a:off x="2560513" y="411276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1" name="Picture 12" descr="Geometric Abstract Shapes Vector PNG Images, Geometric Shape, Geometric,  Shapes, Line PNG Image For Free Download">
            <a:extLst>
              <a:ext uri="{FF2B5EF4-FFF2-40B4-BE49-F238E27FC236}">
                <a16:creationId xmlns:a16="http://schemas.microsoft.com/office/drawing/2014/main" id="{437BA7E9-722D-EC6E-4D24-902E046EFF4A}"/>
              </a:ext>
            </a:extLst>
          </p:cNvPr>
          <p:cNvPicPr>
            <a:picLocks noChangeAspect="1" noChangeArrowheads="1"/>
          </p:cNvPicPr>
          <p:nvPr userDrawn="1"/>
        </p:nvPicPr>
        <p:blipFill rotWithShape="1">
          <a:blip r:embed="rId5">
            <a:alphaModFix amt="10000"/>
            <a:extLst>
              <a:ext uri="{28A0092B-C50C-407E-A947-70E740481C1C}">
                <a14:useLocalDpi xmlns:a14="http://schemas.microsoft.com/office/drawing/2010/main" val="0"/>
              </a:ext>
            </a:extLst>
          </a:blip>
          <a:srcRect l="55104" t="44021" r="11432" b="33099"/>
          <a:stretch/>
        </p:blipFill>
        <p:spPr bwMode="auto">
          <a:xfrm>
            <a:off x="489055" y="1754701"/>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2" name="Picture 12" descr="Geometric Abstract Shapes Vector PNG Images, Geometric Shape, Geometric,  Shapes, Line PNG Image For Free Download">
            <a:extLst>
              <a:ext uri="{FF2B5EF4-FFF2-40B4-BE49-F238E27FC236}">
                <a16:creationId xmlns:a16="http://schemas.microsoft.com/office/drawing/2014/main" id="{BFE20F6B-BF8F-55A9-74FD-F65DBB856197}"/>
              </a:ext>
            </a:extLst>
          </p:cNvPr>
          <p:cNvPicPr>
            <a:picLocks noChangeAspect="1" noChangeArrowheads="1"/>
          </p:cNvPicPr>
          <p:nvPr userDrawn="1"/>
        </p:nvPicPr>
        <p:blipFill rotWithShape="1">
          <a:blip r:embed="rId5">
            <a:alphaModFix amt="10000"/>
            <a:extLst>
              <a:ext uri="{28A0092B-C50C-407E-A947-70E740481C1C}">
                <a14:useLocalDpi xmlns:a14="http://schemas.microsoft.com/office/drawing/2010/main" val="0"/>
              </a:ext>
            </a:extLst>
          </a:blip>
          <a:srcRect l="67941" t="61985" r="4529" b="15135"/>
          <a:stretch/>
        </p:blipFill>
        <p:spPr bwMode="auto">
          <a:xfrm>
            <a:off x="3593981" y="5667375"/>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3" name="Picture 12" descr="Geometric Abstract Shapes Vector PNG Images, Geometric Shape, Geometric,  Shapes, Line PNG Image For Free Download">
            <a:extLst>
              <a:ext uri="{FF2B5EF4-FFF2-40B4-BE49-F238E27FC236}">
                <a16:creationId xmlns:a16="http://schemas.microsoft.com/office/drawing/2014/main" id="{CFF88DD8-ED17-BCBA-3A35-BB80388DCBE3}"/>
              </a:ext>
            </a:extLst>
          </p:cNvPr>
          <p:cNvPicPr>
            <a:picLocks noChangeAspect="1" noChangeArrowheads="1"/>
          </p:cNvPicPr>
          <p:nvPr userDrawn="1"/>
        </p:nvPicPr>
        <p:blipFill rotWithShape="1">
          <a:blip r:embed="rId5">
            <a:alphaModFix amt="10000"/>
            <a:extLst>
              <a:ext uri="{28A0092B-C50C-407E-A947-70E740481C1C}">
                <a14:useLocalDpi xmlns:a14="http://schemas.microsoft.com/office/drawing/2010/main" val="0"/>
              </a:ext>
            </a:extLst>
          </a:blip>
          <a:srcRect l="29101" t="1646" r="48019" b="75474"/>
          <a:stretch/>
        </p:blipFill>
        <p:spPr bwMode="auto">
          <a:xfrm>
            <a:off x="9913853" y="2712052"/>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4" name="Picture 12" descr="Geometric Abstract Shapes Vector PNG Images, Geometric Shape, Geometric,  Shapes, Line PNG Image For Free Download">
            <a:extLst>
              <a:ext uri="{FF2B5EF4-FFF2-40B4-BE49-F238E27FC236}">
                <a16:creationId xmlns:a16="http://schemas.microsoft.com/office/drawing/2014/main" id="{59EB38F1-09E8-7583-F5E1-C5DC3C27E3C6}"/>
              </a:ext>
            </a:extLst>
          </p:cNvPr>
          <p:cNvPicPr>
            <a:picLocks noChangeAspect="1" noChangeArrowheads="1"/>
          </p:cNvPicPr>
          <p:nvPr userDrawn="1"/>
        </p:nvPicPr>
        <p:blipFill rotWithShape="1">
          <a:blip r:embed="rId5">
            <a:alphaModFix amt="10000"/>
            <a:extLst>
              <a:ext uri="{28A0092B-C50C-407E-A947-70E740481C1C}">
                <a14:useLocalDpi xmlns:a14="http://schemas.microsoft.com/office/drawing/2010/main" val="0"/>
              </a:ext>
            </a:extLst>
          </a:blip>
          <a:srcRect l="5635" t="32144" r="71485" b="44976"/>
          <a:stretch/>
        </p:blipFill>
        <p:spPr bwMode="auto">
          <a:xfrm>
            <a:off x="7156690" y="2369691"/>
            <a:ext cx="883366"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5" name="Picture 12" descr="Geometric Abstract Shapes Vector PNG Images, Geometric Shape, Geometric,  Shapes, Line PNG Image For Free Download">
            <a:extLst>
              <a:ext uri="{FF2B5EF4-FFF2-40B4-BE49-F238E27FC236}">
                <a16:creationId xmlns:a16="http://schemas.microsoft.com/office/drawing/2014/main" id="{44AB5AA5-0D6C-7AAC-65B8-709D375BD8EE}"/>
              </a:ext>
            </a:extLst>
          </p:cNvPr>
          <p:cNvPicPr>
            <a:picLocks noChangeAspect="1" noChangeArrowheads="1"/>
          </p:cNvPicPr>
          <p:nvPr userDrawn="1"/>
        </p:nvPicPr>
        <p:blipFill rotWithShape="1">
          <a:blip r:embed="rId5">
            <a:alphaModFix amt="10000"/>
            <a:extLst>
              <a:ext uri="{28A0092B-C50C-407E-A947-70E740481C1C}">
                <a14:useLocalDpi xmlns:a14="http://schemas.microsoft.com/office/drawing/2010/main" val="0"/>
              </a:ext>
            </a:extLst>
          </a:blip>
          <a:srcRect l="67941" t="61985" r="4529" b="15135"/>
          <a:stretch/>
        </p:blipFill>
        <p:spPr bwMode="auto">
          <a:xfrm>
            <a:off x="5297988" y="4333517"/>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6" name="Picture 12" descr="Geometric Abstract Shapes Vector PNG Images, Geometric Shape, Geometric,  Shapes, Line PNG Image For Free Download">
            <a:extLst>
              <a:ext uri="{FF2B5EF4-FFF2-40B4-BE49-F238E27FC236}">
                <a16:creationId xmlns:a16="http://schemas.microsoft.com/office/drawing/2014/main" id="{CB955C36-0238-9135-9669-7E775FC2BE2E}"/>
              </a:ext>
            </a:extLst>
          </p:cNvPr>
          <p:cNvPicPr>
            <a:picLocks noChangeAspect="1" noChangeArrowheads="1"/>
          </p:cNvPicPr>
          <p:nvPr userDrawn="1"/>
        </p:nvPicPr>
        <p:blipFill rotWithShape="1">
          <a:blip r:embed="rId5">
            <a:alphaModFix amt="10000"/>
            <a:extLst>
              <a:ext uri="{28A0092B-C50C-407E-A947-70E740481C1C}">
                <a14:useLocalDpi xmlns:a14="http://schemas.microsoft.com/office/drawing/2010/main" val="0"/>
              </a:ext>
            </a:extLst>
          </a:blip>
          <a:srcRect l="55104" t="44021" r="11432" b="33099"/>
          <a:stretch/>
        </p:blipFill>
        <p:spPr bwMode="auto">
          <a:xfrm>
            <a:off x="8427406" y="1194495"/>
            <a:ext cx="1292002"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7" name="Picture 12" descr="Geometric Abstract Shapes Vector PNG Images, Geometric Shape, Geometric,  Shapes, Line PNG Image For Free Download">
            <a:extLst>
              <a:ext uri="{FF2B5EF4-FFF2-40B4-BE49-F238E27FC236}">
                <a16:creationId xmlns:a16="http://schemas.microsoft.com/office/drawing/2014/main" id="{5E162228-2358-F62B-ADAE-975E3A4557D6}"/>
              </a:ext>
            </a:extLst>
          </p:cNvPr>
          <p:cNvPicPr>
            <a:picLocks noChangeAspect="1" noChangeArrowheads="1"/>
          </p:cNvPicPr>
          <p:nvPr userDrawn="1"/>
        </p:nvPicPr>
        <p:blipFill rotWithShape="1">
          <a:blip r:embed="rId5">
            <a:alphaModFix amt="10000"/>
            <a:extLst>
              <a:ext uri="{28A0092B-C50C-407E-A947-70E740481C1C}">
                <a14:useLocalDpi xmlns:a14="http://schemas.microsoft.com/office/drawing/2010/main" val="0"/>
              </a:ext>
            </a:extLst>
          </a:blip>
          <a:srcRect l="67941" t="61985" r="4529" b="15135"/>
          <a:stretch/>
        </p:blipFill>
        <p:spPr bwMode="auto">
          <a:xfrm>
            <a:off x="8719037" y="4903250"/>
            <a:ext cx="1062909" cy="883366"/>
          </a:xfrm>
          <a:prstGeom prst="ellipse">
            <a:avLst/>
          </a:prstGeom>
          <a:noFill/>
          <a:extLst>
            <a:ext uri="{909E8E84-426E-40DD-AFC4-6F175D3DCCD1}">
              <a14:hiddenFill xmlns:a14="http://schemas.microsoft.com/office/drawing/2010/main">
                <a:solidFill>
                  <a:srgbClr val="FFFFFF"/>
                </a:solidFill>
              </a14:hiddenFill>
            </a:ext>
          </a:extLst>
        </p:spPr>
      </p:pic>
      <p:pic>
        <p:nvPicPr>
          <p:cNvPr id="38" name="Picture 8" descr="Abstract Geometric Shape PNG, Vector, PSD, and Clipart With Transparent  Background for Free Download | Pngtree">
            <a:extLst>
              <a:ext uri="{FF2B5EF4-FFF2-40B4-BE49-F238E27FC236}">
                <a16:creationId xmlns:a16="http://schemas.microsoft.com/office/drawing/2014/main" id="{F3E8C285-9C6C-70F7-D658-E55A8A631C78}"/>
              </a:ext>
            </a:extLst>
          </p:cNvPr>
          <p:cNvPicPr>
            <a:picLocks noChangeAspect="1" noChangeArrowheads="1"/>
          </p:cNvPicPr>
          <p:nvPr userDrawn="1"/>
        </p:nvPicPr>
        <p:blipFill rotWithShape="1">
          <a:blip r:embed="rId2">
            <a:alphaModFix amt="10000"/>
            <a:extLst>
              <a:ext uri="{28A0092B-C50C-407E-A947-70E740481C1C}">
                <a14:useLocalDpi xmlns:a14="http://schemas.microsoft.com/office/drawing/2010/main" val="0"/>
              </a:ext>
            </a:extLst>
          </a:blip>
          <a:srcRect l="-2796" t="-6020" r="55519" b="84599"/>
          <a:stretch/>
        </p:blipFill>
        <p:spPr bwMode="auto">
          <a:xfrm>
            <a:off x="4647963" y="3243892"/>
            <a:ext cx="1204243" cy="545652"/>
          </a:xfrm>
          <a:prstGeom prst="ellipse">
            <a:avLst/>
          </a:prstGeom>
          <a:noFill/>
          <a:extLst>
            <a:ext uri="{909E8E84-426E-40DD-AFC4-6F175D3DCCD1}">
              <a14:hiddenFill xmlns:a14="http://schemas.microsoft.com/office/drawing/2010/main">
                <a:solidFill>
                  <a:srgbClr val="FFFFFF"/>
                </a:solidFill>
              </a14:hiddenFill>
            </a:ext>
          </a:extLst>
        </p:spPr>
      </p:pic>
      <p:pic>
        <p:nvPicPr>
          <p:cNvPr id="39" name="Picture 8" descr="Abstract Geometric Shape PNG, Vector, PSD, and Clipart With Transparent  Background for Free Download | Pngtree">
            <a:extLst>
              <a:ext uri="{FF2B5EF4-FFF2-40B4-BE49-F238E27FC236}">
                <a16:creationId xmlns:a16="http://schemas.microsoft.com/office/drawing/2014/main" id="{EB5FC8F9-76B5-8586-CCAD-4BFE03CE1762}"/>
              </a:ext>
            </a:extLst>
          </p:cNvPr>
          <p:cNvPicPr>
            <a:picLocks noChangeAspect="1" noChangeArrowheads="1"/>
          </p:cNvPicPr>
          <p:nvPr userDrawn="1"/>
        </p:nvPicPr>
        <p:blipFill rotWithShape="1">
          <a:blip r:embed="rId2">
            <a:alphaModFix amt="10000"/>
            <a:extLst>
              <a:ext uri="{28A0092B-C50C-407E-A947-70E740481C1C}">
                <a14:useLocalDpi xmlns:a14="http://schemas.microsoft.com/office/drawing/2010/main" val="0"/>
              </a:ext>
            </a:extLst>
          </a:blip>
          <a:srcRect l="45160" t="24513" r="13914" b="49811"/>
          <a:stretch/>
        </p:blipFill>
        <p:spPr bwMode="auto">
          <a:xfrm>
            <a:off x="7282592" y="3748575"/>
            <a:ext cx="1042471" cy="654050"/>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8" descr="Abstract Geometric Shape PNG, Vector, PSD, and Clipart With Transparent  Background for Free Download | Pngtree">
            <a:extLst>
              <a:ext uri="{FF2B5EF4-FFF2-40B4-BE49-F238E27FC236}">
                <a16:creationId xmlns:a16="http://schemas.microsoft.com/office/drawing/2014/main" id="{AEA23577-5E2B-1B3E-A6D1-4BDE45D0F555}"/>
              </a:ext>
            </a:extLst>
          </p:cNvPr>
          <p:cNvPicPr>
            <a:picLocks noChangeAspect="1" noChangeArrowheads="1"/>
          </p:cNvPicPr>
          <p:nvPr userDrawn="1"/>
        </p:nvPicPr>
        <p:blipFill rotWithShape="1">
          <a:blip r:embed="rId2">
            <a:alphaModFix amt="10000"/>
            <a:extLst>
              <a:ext uri="{28A0092B-C50C-407E-A947-70E740481C1C}">
                <a14:useLocalDpi xmlns:a14="http://schemas.microsoft.com/office/drawing/2010/main" val="0"/>
              </a:ext>
            </a:extLst>
          </a:blip>
          <a:srcRect t="12248" r="66592" b="57976"/>
          <a:stretch/>
        </p:blipFill>
        <p:spPr bwMode="auto">
          <a:xfrm>
            <a:off x="592138" y="3153735"/>
            <a:ext cx="850955" cy="758467"/>
          </a:xfrm>
          <a:prstGeom prst="ellipse">
            <a:avLst/>
          </a:prstGeom>
          <a:noFill/>
          <a:extLst>
            <a:ext uri="{909E8E84-426E-40DD-AFC4-6F175D3DCCD1}">
              <a14:hiddenFill xmlns:a14="http://schemas.microsoft.com/office/drawing/2010/main">
                <a:solidFill>
                  <a:srgbClr val="FFFFFF"/>
                </a:solidFill>
              </a14:hiddenFill>
            </a:ext>
          </a:extLst>
        </p:spPr>
      </p:pic>
      <p:pic>
        <p:nvPicPr>
          <p:cNvPr id="42" name="Picture 8" descr="Abstract Geometric Shape PNG, Vector, PSD, and Clipart With Transparent  Background for Free Download | Pngtree">
            <a:extLst>
              <a:ext uri="{FF2B5EF4-FFF2-40B4-BE49-F238E27FC236}">
                <a16:creationId xmlns:a16="http://schemas.microsoft.com/office/drawing/2014/main" id="{A71F214D-B4B5-FD11-F850-E3C26FCFED75}"/>
              </a:ext>
            </a:extLst>
          </p:cNvPr>
          <p:cNvPicPr>
            <a:picLocks noChangeAspect="1" noChangeArrowheads="1"/>
          </p:cNvPicPr>
          <p:nvPr userDrawn="1"/>
        </p:nvPicPr>
        <p:blipFill rotWithShape="1">
          <a:blip r:embed="rId2">
            <a:alphaModFix amt="10000"/>
            <a:extLst>
              <a:ext uri="{28A0092B-C50C-407E-A947-70E740481C1C}">
                <a14:useLocalDpi xmlns:a14="http://schemas.microsoft.com/office/drawing/2010/main" val="0"/>
              </a:ext>
            </a:extLst>
          </a:blip>
          <a:srcRect l="45160" t="24513" r="13914" b="49811"/>
          <a:stretch/>
        </p:blipFill>
        <p:spPr bwMode="auto">
          <a:xfrm>
            <a:off x="2333742" y="2091189"/>
            <a:ext cx="1042471" cy="654050"/>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8" descr="Abstract Geometric Shape PNG, Vector, PSD, and Clipart With Transparent  Background for Free Download | Pngtree">
            <a:extLst>
              <a:ext uri="{FF2B5EF4-FFF2-40B4-BE49-F238E27FC236}">
                <a16:creationId xmlns:a16="http://schemas.microsoft.com/office/drawing/2014/main" id="{53C4D9F5-F8AE-B932-A58A-8785D150DEFB}"/>
              </a:ext>
            </a:extLst>
          </p:cNvPr>
          <p:cNvPicPr>
            <a:picLocks noChangeAspect="1" noChangeArrowheads="1"/>
          </p:cNvPicPr>
          <p:nvPr userDrawn="1"/>
        </p:nvPicPr>
        <p:blipFill rotWithShape="1">
          <a:blip r:embed="rId2">
            <a:alphaModFix amt="10000"/>
            <a:extLst>
              <a:ext uri="{28A0092B-C50C-407E-A947-70E740481C1C}">
                <a14:useLocalDpi xmlns:a14="http://schemas.microsoft.com/office/drawing/2010/main" val="0"/>
              </a:ext>
            </a:extLst>
          </a:blip>
          <a:srcRect l="-2796" t="-6020" r="55519" b="84599"/>
          <a:stretch/>
        </p:blipFill>
        <p:spPr bwMode="auto">
          <a:xfrm>
            <a:off x="9592976" y="4229548"/>
            <a:ext cx="1204243" cy="545652"/>
          </a:xfrm>
          <a:prstGeom prst="ellipse">
            <a:avLst/>
          </a:prstGeom>
          <a:noFill/>
          <a:extLst>
            <a:ext uri="{909E8E84-426E-40DD-AFC4-6F175D3DCCD1}">
              <a14:hiddenFill xmlns:a14="http://schemas.microsoft.com/office/drawing/2010/main">
                <a:solidFill>
                  <a:srgbClr val="FFFFFF"/>
                </a:solidFill>
              </a14:hiddenFill>
            </a:ext>
          </a:extLst>
        </p:spPr>
      </p:pic>
      <p:pic>
        <p:nvPicPr>
          <p:cNvPr id="44" name="Picture 8" descr="Abstract Geometric Shape PNG, Vector, PSD, and Clipart With Transparent  Background for Free Download | Pngtree">
            <a:extLst>
              <a:ext uri="{FF2B5EF4-FFF2-40B4-BE49-F238E27FC236}">
                <a16:creationId xmlns:a16="http://schemas.microsoft.com/office/drawing/2014/main" id="{EA37F958-EE3B-05C6-A5D0-87B69C57AC7F}"/>
              </a:ext>
            </a:extLst>
          </p:cNvPr>
          <p:cNvPicPr>
            <a:picLocks noChangeAspect="1" noChangeArrowheads="1"/>
          </p:cNvPicPr>
          <p:nvPr userDrawn="1"/>
        </p:nvPicPr>
        <p:blipFill rotWithShape="1">
          <a:blip r:embed="rId2">
            <a:alphaModFix amt="10000"/>
            <a:extLst>
              <a:ext uri="{28A0092B-C50C-407E-A947-70E740481C1C}">
                <a14:useLocalDpi xmlns:a14="http://schemas.microsoft.com/office/drawing/2010/main" val="0"/>
              </a:ext>
            </a:extLst>
          </a:blip>
          <a:srcRect t="12248" r="66592" b="57976"/>
          <a:stretch/>
        </p:blipFill>
        <p:spPr bwMode="auto">
          <a:xfrm>
            <a:off x="10513376" y="5886274"/>
            <a:ext cx="850955" cy="758467"/>
          </a:xfrm>
          <a:prstGeom prst="ellipse">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DCB4AFB-8290-AA3D-E10E-6D55800C278E}"/>
              </a:ext>
            </a:extLst>
          </p:cNvPr>
          <p:cNvSpPr>
            <a:spLocks noGrp="1"/>
          </p:cNvSpPr>
          <p:nvPr>
            <p:ph type="title"/>
          </p:nvPr>
        </p:nvSpPr>
        <p:spPr>
          <a:xfrm>
            <a:off x="655637" y="222322"/>
            <a:ext cx="7302407" cy="1047679"/>
          </a:xfrm>
        </p:spPr>
        <p:txBody>
          <a:bodyPr>
            <a:noAutofit/>
          </a:bodyPr>
          <a:lstStyle>
            <a:lvl1pPr>
              <a:defRPr sz="3200" b="1">
                <a:solidFill>
                  <a:schemeClr val="bg1"/>
                </a:solidFill>
                <a:latin typeface="Arial Black" panose="020B0A04020102020204" pitchFamily="34" charset="0"/>
                <a:ea typeface="Roboto Black" panose="02000000000000000000" pitchFamily="2" charset="0"/>
              </a:defRPr>
            </a:lvl1pPr>
          </a:lstStyle>
          <a:p>
            <a:r>
              <a:rPr lang="en-US" dirty="0"/>
              <a:t>Click to edit Master title style</a:t>
            </a:r>
          </a:p>
        </p:txBody>
      </p:sp>
      <p:sp>
        <p:nvSpPr>
          <p:cNvPr id="4" name="Text Placeholder 3">
            <a:extLst>
              <a:ext uri="{FF2B5EF4-FFF2-40B4-BE49-F238E27FC236}">
                <a16:creationId xmlns:a16="http://schemas.microsoft.com/office/drawing/2014/main" id="{5B4AE2E9-3828-C057-6425-1FA36A465FA5}"/>
              </a:ext>
            </a:extLst>
          </p:cNvPr>
          <p:cNvSpPr>
            <a:spLocks noGrp="1"/>
          </p:cNvSpPr>
          <p:nvPr>
            <p:ph type="body" sz="quarter" idx="10"/>
          </p:nvPr>
        </p:nvSpPr>
        <p:spPr>
          <a:xfrm>
            <a:off x="655638" y="1684338"/>
            <a:ext cx="10677870" cy="48942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6" name="Group 5">
            <a:extLst>
              <a:ext uri="{FF2B5EF4-FFF2-40B4-BE49-F238E27FC236}">
                <a16:creationId xmlns:a16="http://schemas.microsoft.com/office/drawing/2014/main" id="{058A3CB3-4581-A09E-32A6-394F7A573927}"/>
              </a:ext>
            </a:extLst>
          </p:cNvPr>
          <p:cNvGrpSpPr/>
          <p:nvPr userDrawn="1"/>
        </p:nvGrpSpPr>
        <p:grpSpPr>
          <a:xfrm>
            <a:off x="100178" y="4970403"/>
            <a:ext cx="467480" cy="1083963"/>
            <a:chOff x="1942404" y="4200954"/>
            <a:chExt cx="467480" cy="1083963"/>
          </a:xfrm>
        </p:grpSpPr>
        <p:pic>
          <p:nvPicPr>
            <p:cNvPr id="7" name="Picture 4" descr="Python Logo PNG Transparent – Brands Logos">
              <a:extLst>
                <a:ext uri="{FF2B5EF4-FFF2-40B4-BE49-F238E27FC236}">
                  <a16:creationId xmlns:a16="http://schemas.microsoft.com/office/drawing/2014/main" id="{ACBEDCC2-030A-070F-7FD7-1CF4E1F41B4B}"/>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950885" y="4827717"/>
              <a:ext cx="458999" cy="4572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Django Icon #266158 - Free Icons Library">
              <a:extLst>
                <a:ext uri="{FF2B5EF4-FFF2-40B4-BE49-F238E27FC236}">
                  <a16:creationId xmlns:a16="http://schemas.microsoft.com/office/drawing/2014/main" id="{8523BCE1-36FE-F100-F6D2-D0D5BE1F5F05}"/>
                </a:ext>
              </a:extLst>
            </p:cNvPr>
            <p:cNvPicPr>
              <a:picLocks noChangeAspect="1" noChangeArrowheads="1"/>
            </p:cNvPicPr>
            <p:nvPr userDrawn="1"/>
          </p:nvPicPr>
          <p:blipFill rotWithShape="1">
            <a:blip r:embed="rId7">
              <a:extLst>
                <a:ext uri="{28A0092B-C50C-407E-A947-70E740481C1C}">
                  <a14:useLocalDpi xmlns:a14="http://schemas.microsoft.com/office/drawing/2010/main" val="0"/>
                </a:ext>
              </a:extLst>
            </a:blip>
            <a:srcRect l="3957" t="3918" r="4003" b="4265"/>
            <a:stretch/>
          </p:blipFill>
          <p:spPr bwMode="auto">
            <a:xfrm>
              <a:off x="1942404" y="4200954"/>
              <a:ext cx="458318" cy="457200"/>
            </a:xfrm>
            <a:prstGeom prst="rect">
              <a:avLst/>
            </a:prstGeom>
            <a:noFill/>
            <a:extLst>
              <a:ext uri="{909E8E84-426E-40DD-AFC4-6F175D3DCCD1}">
                <a14:hiddenFill xmlns:a14="http://schemas.microsoft.com/office/drawing/2010/main">
                  <a:solidFill>
                    <a:srgbClr val="FFFFFF"/>
                  </a:solidFill>
                </a14:hiddenFill>
              </a:ext>
            </a:extLst>
          </p:spPr>
        </p:pic>
      </p:grpSp>
      <p:pic>
        <p:nvPicPr>
          <p:cNvPr id="10" name="Picture 2" descr="Python White Icons – Free Download SVG, PNG, GIF">
            <a:extLst>
              <a:ext uri="{FF2B5EF4-FFF2-40B4-BE49-F238E27FC236}">
                <a16:creationId xmlns:a16="http://schemas.microsoft.com/office/drawing/2014/main" id="{D7C1F87D-D409-F070-539D-F55A3A63144B}"/>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84742" y="455550"/>
            <a:ext cx="498352" cy="498352"/>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82;p24">
            <a:extLst>
              <a:ext uri="{FF2B5EF4-FFF2-40B4-BE49-F238E27FC236}">
                <a16:creationId xmlns:a16="http://schemas.microsoft.com/office/drawing/2014/main" id="{F8A1DB90-F892-14D4-C6E2-A4B51EFAF446}"/>
              </a:ext>
            </a:extLst>
          </p:cNvPr>
          <p:cNvSpPr txBox="1"/>
          <p:nvPr userDrawn="1"/>
        </p:nvSpPr>
        <p:spPr>
          <a:xfrm>
            <a:off x="583739" y="6578600"/>
            <a:ext cx="5107489" cy="2462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rgbClr val="A5A5A5"/>
                </a:solidFill>
                <a:latin typeface="Arial"/>
                <a:ea typeface="Arial"/>
                <a:cs typeface="Arial"/>
                <a:sym typeface="Arial"/>
              </a:rPr>
              <a:t>Md. Shakil - Assessor &amp; Trainer - National Skill Development Authority (NSDA)</a:t>
            </a:r>
            <a:endParaRPr dirty="0"/>
          </a:p>
        </p:txBody>
      </p:sp>
    </p:spTree>
    <p:extLst>
      <p:ext uri="{BB962C8B-B14F-4D97-AF65-F5344CB8AC3E}">
        <p14:creationId xmlns:p14="http://schemas.microsoft.com/office/powerpoint/2010/main" val="4294397146"/>
      </p:ext>
    </p:extLst>
  </p:cSld>
  <p:clrMapOvr>
    <a:overrideClrMapping bg1="lt1" tx1="dk1" bg2="lt2" tx2="dk2" accent1="accent1" accent2="accent2" accent3="accent3" accent4="accent4" accent5="accent5" accent6="accent6" hlink="hlink" folHlink="folHlink"/>
  </p:clrMapOvr>
  <p:transition>
    <p:pull/>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0">
            <a:lum/>
          </a:blip>
          <a:srcRect/>
          <a:stretch>
            <a:fillRect t="-1000" b="-1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E0CB34-C072-54FF-FEA3-FFD66EC6BC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0B0EAD7-AAAE-4D20-E56A-B4D7399065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E6877E-A696-A59F-0977-C6CFA1D909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A5F8224-04E3-4AA6-B0CA-4F042664FEC5}" type="datetime1">
              <a:rPr lang="en-US" smtClean="0"/>
              <a:t>3/7/2026</a:t>
            </a:fld>
            <a:endParaRPr lang="en-US"/>
          </a:p>
        </p:txBody>
      </p:sp>
      <p:sp>
        <p:nvSpPr>
          <p:cNvPr id="5" name="Footer Placeholder 4">
            <a:extLst>
              <a:ext uri="{FF2B5EF4-FFF2-40B4-BE49-F238E27FC236}">
                <a16:creationId xmlns:a16="http://schemas.microsoft.com/office/drawing/2014/main" id="{4B96CB46-07B0-31F0-7E85-D42F5555B3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0033E34-F028-83E8-8DCF-3056884844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2191E0B-3CC6-47CC-B1C5-29A4C4EF6875}" type="slidenum">
              <a:rPr lang="en-US" smtClean="0"/>
              <a:t>‹#›</a:t>
            </a:fld>
            <a:endParaRPr lang="en-US"/>
          </a:p>
        </p:txBody>
      </p:sp>
    </p:spTree>
    <p:extLst>
      <p:ext uri="{BB962C8B-B14F-4D97-AF65-F5344CB8AC3E}">
        <p14:creationId xmlns:p14="http://schemas.microsoft.com/office/powerpoint/2010/main" val="2484517494"/>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661" r:id="rId6"/>
    <p:sldLayoutId id="2147483673" r:id="rId7"/>
    <p:sldLayoutId id="2147483674" r:id="rId8"/>
    <p:sldLayoutId id="2147483695" r:id="rId9"/>
    <p:sldLayoutId id="2147483691" r:id="rId10"/>
    <p:sldLayoutId id="2147483693" r:id="rId11"/>
    <p:sldLayoutId id="2147483692" r:id="rId12"/>
    <p:sldLayoutId id="2147483675" r:id="rId13"/>
    <p:sldLayoutId id="2147483689" r:id="rId14"/>
    <p:sldLayoutId id="2147483690" r:id="rId15"/>
    <p:sldLayoutId id="2147483676" r:id="rId16"/>
    <p:sldLayoutId id="2147483672" r:id="rId17"/>
    <p:sldLayoutId id="2147483662" r:id="rId18"/>
    <p:sldLayoutId id="2147483663" r:id="rId19"/>
    <p:sldLayoutId id="2147483664" r:id="rId20"/>
    <p:sldLayoutId id="2147483665" r:id="rId21"/>
    <p:sldLayoutId id="2147483666" r:id="rId22"/>
    <p:sldLayoutId id="2147483667" r:id="rId23"/>
    <p:sldLayoutId id="2147483668" r:id="rId24"/>
    <p:sldLayoutId id="2147483669" r:id="rId25"/>
    <p:sldLayoutId id="2147483670" r:id="rId26"/>
    <p:sldLayoutId id="2147483671" r:id="rId27"/>
    <p:sldLayoutId id="2147483702" r:id="rId28"/>
  </p:sldLayoutIdLst>
  <p:transition>
    <p:pull/>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52846-B3A6-1187-EF8A-1389E0D368D1}"/>
              </a:ext>
            </a:extLst>
          </p:cNvPr>
          <p:cNvSpPr>
            <a:spLocks noGrp="1"/>
          </p:cNvSpPr>
          <p:nvPr>
            <p:ph type="ctrTitle"/>
          </p:nvPr>
        </p:nvSpPr>
        <p:spPr/>
        <p:txBody>
          <a:bodyPr>
            <a:noAutofit/>
          </a:bodyPr>
          <a:lstStyle/>
          <a:p>
            <a:r>
              <a:rPr lang="en-US" dirty="0">
                <a:latin typeface="Aptos Black" panose="020B0004020202020204" pitchFamily="34" charset="0"/>
              </a:rPr>
              <a:t>“On the way with Python”</a:t>
            </a:r>
          </a:p>
        </p:txBody>
      </p:sp>
    </p:spTree>
    <p:extLst>
      <p:ext uri="{BB962C8B-B14F-4D97-AF65-F5344CB8AC3E}">
        <p14:creationId xmlns:p14="http://schemas.microsoft.com/office/powerpoint/2010/main" val="1371303958"/>
      </p:ext>
    </p:extLst>
  </p:cSld>
  <p:clrMapOvr>
    <a:masterClrMapping/>
  </p:clrMapOvr>
  <p:transition>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32D1353-EC29-D173-4E49-A27864B5D1AD}"/>
              </a:ext>
            </a:extLst>
          </p:cNvPr>
          <p:cNvSpPr>
            <a:spLocks noGrp="1"/>
          </p:cNvSpPr>
          <p:nvPr>
            <p:ph type="ctrTitle"/>
          </p:nvPr>
        </p:nvSpPr>
        <p:spPr>
          <a:xfrm>
            <a:off x="3543306" y="1294718"/>
            <a:ext cx="7958880" cy="874819"/>
          </a:xfrm>
        </p:spPr>
        <p:txBody>
          <a:bodyPr anchor="t">
            <a:noAutofit/>
          </a:bodyPr>
          <a:lstStyle/>
          <a:p>
            <a:pPr>
              <a:lnSpc>
                <a:spcPct val="100000"/>
              </a:lnSpc>
            </a:pPr>
            <a:r>
              <a:rPr lang="en-US" sz="4400" dirty="0">
                <a:solidFill>
                  <a:schemeClr val="bg1">
                    <a:lumMod val="50000"/>
                  </a:schemeClr>
                </a:solidFill>
                <a:latin typeface="Arial Black" panose="020B0A04020102020204" pitchFamily="34" charset="0"/>
                <a:ea typeface="ADLaM Display" panose="02010000000000000000" pitchFamily="2" charset="0"/>
                <a:cs typeface="ADLaM Display" panose="02010000000000000000" pitchFamily="2" charset="0"/>
              </a:rPr>
              <a:t>MD. SHAKIL</a:t>
            </a:r>
            <a:br>
              <a:rPr lang="en-US" sz="3600" dirty="0">
                <a:solidFill>
                  <a:schemeClr val="bg1"/>
                </a:solidFill>
                <a:latin typeface="Arial" panose="020B0604020202020204" pitchFamily="34" charset="0"/>
                <a:cs typeface="Arial" panose="020B0604020202020204" pitchFamily="34" charset="0"/>
              </a:rPr>
            </a:br>
            <a:endParaRPr lang="en-US" sz="2800" dirty="0">
              <a:solidFill>
                <a:schemeClr val="bg1"/>
              </a:solidFill>
              <a:cs typeface="Arial" panose="020B0604020202020204" pitchFamily="34" charset="0"/>
            </a:endParaRPr>
          </a:p>
        </p:txBody>
      </p:sp>
      <p:sp>
        <p:nvSpPr>
          <p:cNvPr id="5" name="Rectangle: Rounded Corners 4">
            <a:extLst>
              <a:ext uri="{FF2B5EF4-FFF2-40B4-BE49-F238E27FC236}">
                <a16:creationId xmlns:a16="http://schemas.microsoft.com/office/drawing/2014/main" id="{F20E8F5A-96F8-203D-40DE-60E100837EF4}"/>
              </a:ext>
            </a:extLst>
          </p:cNvPr>
          <p:cNvSpPr/>
          <p:nvPr/>
        </p:nvSpPr>
        <p:spPr>
          <a:xfrm>
            <a:off x="3633051" y="2076227"/>
            <a:ext cx="2220686" cy="937053"/>
          </a:xfrm>
          <a:prstGeom prst="roundRect">
            <a:avLst/>
          </a:prstGeom>
          <a:solidFill>
            <a:srgbClr val="000000"/>
          </a:solidFill>
          <a:ln w="381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bg1">
                    <a:lumMod val="50000"/>
                  </a:schemeClr>
                </a:solidFill>
                <a:cs typeface="Arial" panose="020B0604020202020204" pitchFamily="34" charset="0"/>
              </a:rPr>
              <a:t>NSDA Certified </a:t>
            </a:r>
            <a:r>
              <a:rPr lang="en-US" dirty="0">
                <a:solidFill>
                  <a:schemeClr val="bg1">
                    <a:lumMod val="50000"/>
                  </a:schemeClr>
                </a:solidFill>
                <a:cs typeface="Arial" panose="020B0604020202020204" pitchFamily="34" charset="0"/>
              </a:rPr>
              <a:t>Trainer &amp; Assessor</a:t>
            </a:r>
            <a:endParaRPr lang="en-US" dirty="0">
              <a:solidFill>
                <a:schemeClr val="bg1">
                  <a:lumMod val="50000"/>
                </a:schemeClr>
              </a:solidFill>
            </a:endParaRPr>
          </a:p>
        </p:txBody>
      </p:sp>
      <p:sp>
        <p:nvSpPr>
          <p:cNvPr id="6" name="Rectangle: Rounded Corners 5">
            <a:extLst>
              <a:ext uri="{FF2B5EF4-FFF2-40B4-BE49-F238E27FC236}">
                <a16:creationId xmlns:a16="http://schemas.microsoft.com/office/drawing/2014/main" id="{5EFB8425-45AE-E74E-DE79-5E3F83DDB9C1}"/>
              </a:ext>
            </a:extLst>
          </p:cNvPr>
          <p:cNvSpPr/>
          <p:nvPr/>
        </p:nvSpPr>
        <p:spPr>
          <a:xfrm>
            <a:off x="5993240" y="2076227"/>
            <a:ext cx="5586050" cy="937053"/>
          </a:xfrm>
          <a:prstGeom prst="roundRect">
            <a:avLst/>
          </a:prstGeom>
          <a:solidFill>
            <a:srgbClr val="000000"/>
          </a:solidFill>
          <a:ln w="381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bg1">
                    <a:lumMod val="50000"/>
                  </a:schemeClr>
                </a:solidFill>
                <a:cs typeface="Arial" panose="020B0604020202020204" pitchFamily="34" charset="0"/>
              </a:rPr>
              <a:t>Vendor Certified</a:t>
            </a:r>
          </a:p>
          <a:p>
            <a:r>
              <a:rPr lang="en-US" dirty="0">
                <a:solidFill>
                  <a:schemeClr val="bg1">
                    <a:lumMod val="50000"/>
                  </a:schemeClr>
                </a:solidFill>
                <a:cs typeface="Arial" panose="020B0604020202020204" pitchFamily="34" charset="0"/>
              </a:rPr>
              <a:t>IT Specialist in Python</a:t>
            </a:r>
            <a:endParaRPr lang="en-US" dirty="0">
              <a:solidFill>
                <a:schemeClr val="bg1">
                  <a:lumMod val="50000"/>
                </a:schemeClr>
              </a:solidFill>
            </a:endParaRPr>
          </a:p>
        </p:txBody>
      </p:sp>
      <p:sp>
        <p:nvSpPr>
          <p:cNvPr id="7" name="Rectangle: Rounded Corners 6">
            <a:extLst>
              <a:ext uri="{FF2B5EF4-FFF2-40B4-BE49-F238E27FC236}">
                <a16:creationId xmlns:a16="http://schemas.microsoft.com/office/drawing/2014/main" id="{0DA0B254-DAFC-93D4-6D46-77BAA5E9CE62}"/>
              </a:ext>
            </a:extLst>
          </p:cNvPr>
          <p:cNvSpPr/>
          <p:nvPr/>
        </p:nvSpPr>
        <p:spPr>
          <a:xfrm>
            <a:off x="3651711" y="3143046"/>
            <a:ext cx="3411561" cy="937053"/>
          </a:xfrm>
          <a:prstGeom prst="roundRect">
            <a:avLst/>
          </a:prstGeom>
          <a:solidFill>
            <a:srgbClr val="000000"/>
          </a:solidFill>
          <a:ln w="381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bg1">
                    <a:lumMod val="50000"/>
                  </a:schemeClr>
                </a:solidFill>
                <a:cs typeface="Arial" panose="020B0604020202020204" pitchFamily="34" charset="0"/>
              </a:rPr>
              <a:t>Sr. Backend Developer</a:t>
            </a:r>
          </a:p>
          <a:p>
            <a:r>
              <a:rPr lang="en-US" dirty="0">
                <a:solidFill>
                  <a:schemeClr val="bg1">
                    <a:lumMod val="50000"/>
                  </a:schemeClr>
                </a:solidFill>
                <a:cs typeface="Arial" panose="020B0604020202020204" pitchFamily="34" charset="0"/>
              </a:rPr>
              <a:t>Ethical Den</a:t>
            </a:r>
            <a:endParaRPr lang="en-US" b="1" dirty="0">
              <a:solidFill>
                <a:schemeClr val="bg1">
                  <a:lumMod val="50000"/>
                </a:schemeClr>
              </a:solidFill>
            </a:endParaRPr>
          </a:p>
        </p:txBody>
      </p:sp>
      <p:sp>
        <p:nvSpPr>
          <p:cNvPr id="8" name="Rectangle: Rounded Corners 7">
            <a:extLst>
              <a:ext uri="{FF2B5EF4-FFF2-40B4-BE49-F238E27FC236}">
                <a16:creationId xmlns:a16="http://schemas.microsoft.com/office/drawing/2014/main" id="{3B5BCE71-0478-616A-0F45-CA8D237F4C1C}"/>
              </a:ext>
            </a:extLst>
          </p:cNvPr>
          <p:cNvSpPr/>
          <p:nvPr/>
        </p:nvSpPr>
        <p:spPr>
          <a:xfrm>
            <a:off x="7206806" y="3124383"/>
            <a:ext cx="4372484" cy="937053"/>
          </a:xfrm>
          <a:prstGeom prst="roundRect">
            <a:avLst/>
          </a:prstGeom>
          <a:solidFill>
            <a:srgbClr val="000000"/>
          </a:solidFill>
          <a:ln w="381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bg1">
                    <a:lumMod val="50000"/>
                  </a:schemeClr>
                </a:solidFill>
                <a:cs typeface="Arial" panose="020B0604020202020204" pitchFamily="34" charset="0"/>
              </a:rPr>
              <a:t>Asst. Trainer</a:t>
            </a:r>
          </a:p>
          <a:p>
            <a:r>
              <a:rPr lang="en-US" dirty="0">
                <a:solidFill>
                  <a:schemeClr val="bg1">
                    <a:lumMod val="50000"/>
                  </a:schemeClr>
                </a:solidFill>
                <a:cs typeface="Arial" panose="020B0604020202020204" pitchFamily="34" charset="0"/>
              </a:rPr>
              <a:t>Daffodil International Professional Training Institute</a:t>
            </a:r>
            <a:endParaRPr lang="en-US" b="1" dirty="0">
              <a:solidFill>
                <a:schemeClr val="bg1">
                  <a:lumMod val="50000"/>
                </a:schemeClr>
              </a:solidFill>
            </a:endParaRPr>
          </a:p>
        </p:txBody>
      </p:sp>
      <p:sp>
        <p:nvSpPr>
          <p:cNvPr id="9" name="Rectangle: Rounded Corners 8">
            <a:extLst>
              <a:ext uri="{FF2B5EF4-FFF2-40B4-BE49-F238E27FC236}">
                <a16:creationId xmlns:a16="http://schemas.microsoft.com/office/drawing/2014/main" id="{84FDC7C6-012E-ACCD-95BA-178BAFF3D9E7}"/>
              </a:ext>
            </a:extLst>
          </p:cNvPr>
          <p:cNvSpPr/>
          <p:nvPr/>
        </p:nvSpPr>
        <p:spPr>
          <a:xfrm>
            <a:off x="3651711" y="4209865"/>
            <a:ext cx="4055375" cy="937053"/>
          </a:xfrm>
          <a:prstGeom prst="roundRect">
            <a:avLst/>
          </a:prstGeom>
          <a:solidFill>
            <a:srgbClr val="000000"/>
          </a:solidFill>
          <a:ln w="381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bg1">
                    <a:lumMod val="50000"/>
                  </a:schemeClr>
                </a:solidFill>
                <a:cs typeface="Arial" panose="020B0604020202020204" pitchFamily="34" charset="0"/>
              </a:rPr>
              <a:t>Lead Trainer</a:t>
            </a:r>
          </a:p>
          <a:p>
            <a:r>
              <a:rPr lang="en-US" dirty="0" err="1">
                <a:solidFill>
                  <a:schemeClr val="bg1">
                    <a:lumMod val="50000"/>
                  </a:schemeClr>
                </a:solidFill>
              </a:rPr>
              <a:t>eShikhon</a:t>
            </a:r>
            <a:r>
              <a:rPr lang="en-US" dirty="0">
                <a:solidFill>
                  <a:schemeClr val="bg1">
                    <a:lumMod val="50000"/>
                  </a:schemeClr>
                </a:solidFill>
              </a:rPr>
              <a:t> IT Training Institute</a:t>
            </a:r>
          </a:p>
        </p:txBody>
      </p:sp>
      <p:sp>
        <p:nvSpPr>
          <p:cNvPr id="10" name="Rectangle: Rounded Corners 9">
            <a:extLst>
              <a:ext uri="{FF2B5EF4-FFF2-40B4-BE49-F238E27FC236}">
                <a16:creationId xmlns:a16="http://schemas.microsoft.com/office/drawing/2014/main" id="{F85C137C-92D1-5D73-B20F-BD4564ED4E46}"/>
              </a:ext>
            </a:extLst>
          </p:cNvPr>
          <p:cNvSpPr/>
          <p:nvPr/>
        </p:nvSpPr>
        <p:spPr>
          <a:xfrm>
            <a:off x="7865706" y="4191202"/>
            <a:ext cx="3713584" cy="937053"/>
          </a:xfrm>
          <a:prstGeom prst="roundRect">
            <a:avLst/>
          </a:prstGeom>
          <a:solidFill>
            <a:srgbClr val="000000"/>
          </a:solidFill>
          <a:ln w="381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bg1">
                    <a:lumMod val="50000"/>
                  </a:schemeClr>
                </a:solidFill>
                <a:cs typeface="Arial" panose="020B0604020202020204" pitchFamily="34" charset="0"/>
              </a:rPr>
              <a:t>Lead Trainer</a:t>
            </a:r>
          </a:p>
          <a:p>
            <a:r>
              <a:rPr lang="en-US" dirty="0">
                <a:solidFill>
                  <a:schemeClr val="bg1">
                    <a:lumMod val="50000"/>
                  </a:schemeClr>
                </a:solidFill>
              </a:rPr>
              <a:t>Wizard Software &amp; Technology</a:t>
            </a:r>
            <a:r>
              <a:rPr lang="en-US" b="1" dirty="0">
                <a:solidFill>
                  <a:schemeClr val="bg1">
                    <a:lumMod val="50000"/>
                  </a:schemeClr>
                </a:solidFill>
              </a:rPr>
              <a:t> </a:t>
            </a:r>
            <a:endParaRPr lang="en-US" dirty="0">
              <a:solidFill>
                <a:schemeClr val="bg1">
                  <a:lumMod val="50000"/>
                </a:schemeClr>
              </a:solidFill>
            </a:endParaRPr>
          </a:p>
        </p:txBody>
      </p:sp>
      <p:sp>
        <p:nvSpPr>
          <p:cNvPr id="15" name="Rectangle: Rounded Corners 14">
            <a:extLst>
              <a:ext uri="{FF2B5EF4-FFF2-40B4-BE49-F238E27FC236}">
                <a16:creationId xmlns:a16="http://schemas.microsoft.com/office/drawing/2014/main" id="{91568C69-0745-4228-5ACD-E42A71B4632E}"/>
              </a:ext>
            </a:extLst>
          </p:cNvPr>
          <p:cNvSpPr/>
          <p:nvPr/>
        </p:nvSpPr>
        <p:spPr>
          <a:xfrm>
            <a:off x="3651712" y="5295348"/>
            <a:ext cx="3719472" cy="500763"/>
          </a:xfrm>
          <a:prstGeom prst="roundRect">
            <a:avLst>
              <a:gd name="adj" fmla="val 23914"/>
            </a:avLst>
          </a:prstGeom>
          <a:solidFill>
            <a:srgbClr val="000000"/>
          </a:solidFill>
          <a:ln w="381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bg1">
                    <a:lumMod val="50000"/>
                  </a:schemeClr>
                </a:solidFill>
                <a:latin typeface="Aptos (Body)"/>
                <a:cs typeface="Arial" panose="020B0604020202020204" pitchFamily="34" charset="0"/>
              </a:rPr>
              <a:t>📞 +88 01793-299882</a:t>
            </a:r>
            <a:endParaRPr lang="en-US" dirty="0">
              <a:solidFill>
                <a:schemeClr val="bg1">
                  <a:lumMod val="50000"/>
                </a:schemeClr>
              </a:solidFill>
              <a:latin typeface="Aptos (Body)"/>
            </a:endParaRPr>
          </a:p>
        </p:txBody>
      </p:sp>
      <p:sp>
        <p:nvSpPr>
          <p:cNvPr id="16" name="Rectangle: Rounded Corners 15">
            <a:extLst>
              <a:ext uri="{FF2B5EF4-FFF2-40B4-BE49-F238E27FC236}">
                <a16:creationId xmlns:a16="http://schemas.microsoft.com/office/drawing/2014/main" id="{005594A1-DE42-BB77-00E0-C1DF5B226184}"/>
              </a:ext>
            </a:extLst>
          </p:cNvPr>
          <p:cNvSpPr/>
          <p:nvPr/>
        </p:nvSpPr>
        <p:spPr>
          <a:xfrm>
            <a:off x="7523915" y="5295347"/>
            <a:ext cx="4055375" cy="500763"/>
          </a:xfrm>
          <a:prstGeom prst="roundRect">
            <a:avLst>
              <a:gd name="adj" fmla="val 16461"/>
            </a:avLst>
          </a:prstGeom>
          <a:solidFill>
            <a:srgbClr val="000000"/>
          </a:solidFill>
          <a:ln w="381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bg1">
                    <a:lumMod val="50000"/>
                  </a:schemeClr>
                </a:solidFill>
                <a:latin typeface="Aptos (Body)"/>
                <a:cs typeface="Arial" panose="020B0604020202020204" pitchFamily="34" charset="0"/>
              </a:rPr>
              <a:t>✉️ shakil.eub.cse@gmail.com</a:t>
            </a:r>
            <a:endParaRPr lang="en-US" dirty="0">
              <a:solidFill>
                <a:schemeClr val="bg1">
                  <a:lumMod val="50000"/>
                </a:schemeClr>
              </a:solidFill>
              <a:latin typeface="Aptos (Body)"/>
            </a:endParaRPr>
          </a:p>
        </p:txBody>
      </p:sp>
      <p:sp>
        <p:nvSpPr>
          <p:cNvPr id="2" name="Rectangle: Rounded Corners 1">
            <a:extLst>
              <a:ext uri="{FF2B5EF4-FFF2-40B4-BE49-F238E27FC236}">
                <a16:creationId xmlns:a16="http://schemas.microsoft.com/office/drawing/2014/main" id="{A3CB43AE-627E-626F-853B-90FAB9074EE2}"/>
              </a:ext>
            </a:extLst>
          </p:cNvPr>
          <p:cNvSpPr/>
          <p:nvPr/>
        </p:nvSpPr>
        <p:spPr>
          <a:xfrm>
            <a:off x="3651712" y="5963202"/>
            <a:ext cx="4857806" cy="500763"/>
          </a:xfrm>
          <a:prstGeom prst="roundRect">
            <a:avLst>
              <a:gd name="adj" fmla="val 23914"/>
            </a:avLst>
          </a:prstGeom>
          <a:solidFill>
            <a:srgbClr val="000000"/>
          </a:solidFill>
          <a:ln w="381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bg1">
                    <a:lumMod val="50000"/>
                  </a:schemeClr>
                </a:solidFill>
                <a:latin typeface="Aptos (Body)"/>
                <a:cs typeface="Arial" panose="020B0604020202020204" pitchFamily="34" charset="0"/>
              </a:rPr>
              <a:t>🔗 https://www.linkedin.com/in/mrshakil015</a:t>
            </a:r>
            <a:endParaRPr lang="en-US" dirty="0">
              <a:solidFill>
                <a:schemeClr val="bg1">
                  <a:lumMod val="50000"/>
                </a:schemeClr>
              </a:solidFill>
              <a:latin typeface="Aptos (Body)"/>
            </a:endParaRPr>
          </a:p>
        </p:txBody>
      </p:sp>
      <p:sp>
        <p:nvSpPr>
          <p:cNvPr id="3" name="Rectangle: Rounded Corners 2">
            <a:extLst>
              <a:ext uri="{FF2B5EF4-FFF2-40B4-BE49-F238E27FC236}">
                <a16:creationId xmlns:a16="http://schemas.microsoft.com/office/drawing/2014/main" id="{985FD75C-7A85-517E-1896-241A31635B79}"/>
              </a:ext>
            </a:extLst>
          </p:cNvPr>
          <p:cNvSpPr/>
          <p:nvPr/>
        </p:nvSpPr>
        <p:spPr>
          <a:xfrm>
            <a:off x="8660409" y="5963202"/>
            <a:ext cx="2918881" cy="500763"/>
          </a:xfrm>
          <a:prstGeom prst="roundRect">
            <a:avLst>
              <a:gd name="adj" fmla="val 23914"/>
            </a:avLst>
          </a:prstGeom>
          <a:solidFill>
            <a:srgbClr val="000000"/>
          </a:solidFill>
          <a:ln w="381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bg1">
                    <a:lumMod val="50000"/>
                  </a:schemeClr>
                </a:solidFill>
                <a:latin typeface="Aptos (Body)"/>
                <a:cs typeface="Arial" panose="020B0604020202020204" pitchFamily="34" charset="0"/>
              </a:rPr>
              <a:t>🌐 https://mrshakil.com</a:t>
            </a:r>
            <a:endParaRPr lang="en-US" dirty="0">
              <a:solidFill>
                <a:schemeClr val="bg1">
                  <a:lumMod val="50000"/>
                </a:schemeClr>
              </a:solidFill>
              <a:latin typeface="Aptos (Body)"/>
            </a:endParaRPr>
          </a:p>
        </p:txBody>
      </p:sp>
    </p:spTree>
    <p:extLst>
      <p:ext uri="{BB962C8B-B14F-4D97-AF65-F5344CB8AC3E}">
        <p14:creationId xmlns:p14="http://schemas.microsoft.com/office/powerpoint/2010/main" val="2954147234"/>
      </p:ext>
    </p:extLst>
  </p:cSld>
  <p:clrMapOvr>
    <a:masterClrMapping/>
  </p:clrMapOvr>
  <p:transition>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D0A20-275E-E058-5F63-DD97AF3B257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EF23C65-EF27-A5C0-E0C8-55A61973FB0A}"/>
              </a:ext>
            </a:extLst>
          </p:cNvPr>
          <p:cNvSpPr>
            <a:spLocks noGrp="1"/>
          </p:cNvSpPr>
          <p:nvPr>
            <p:ph type="ctrTitle"/>
          </p:nvPr>
        </p:nvSpPr>
        <p:spPr/>
        <p:txBody>
          <a:bodyPr/>
          <a:lstStyle/>
          <a:p>
            <a:r>
              <a:rPr lang="en-US" dirty="0"/>
              <a:t>Python Input/Output</a:t>
            </a:r>
          </a:p>
        </p:txBody>
      </p:sp>
      <p:sp>
        <p:nvSpPr>
          <p:cNvPr id="3" name="Subtitle 2">
            <a:extLst>
              <a:ext uri="{FF2B5EF4-FFF2-40B4-BE49-F238E27FC236}">
                <a16:creationId xmlns:a16="http://schemas.microsoft.com/office/drawing/2014/main" id="{5039F9AD-B03A-8655-F15D-74372A13D66C}"/>
              </a:ext>
            </a:extLst>
          </p:cNvPr>
          <p:cNvSpPr>
            <a:spLocks noGrp="1"/>
          </p:cNvSpPr>
          <p:nvPr>
            <p:ph type="subTitle" idx="1"/>
          </p:nvPr>
        </p:nvSpPr>
        <p:spPr/>
        <p:txBody>
          <a:bodyPr/>
          <a:lstStyle/>
          <a:p>
            <a:endParaRPr lang="en-US"/>
          </a:p>
        </p:txBody>
      </p:sp>
      <p:sp>
        <p:nvSpPr>
          <p:cNvPr id="6" name="Text Placeholder 5">
            <a:extLst>
              <a:ext uri="{FF2B5EF4-FFF2-40B4-BE49-F238E27FC236}">
                <a16:creationId xmlns:a16="http://schemas.microsoft.com/office/drawing/2014/main" id="{3437F37B-A3AA-E215-3A96-4D6F73ABB253}"/>
              </a:ext>
            </a:extLst>
          </p:cNvPr>
          <p:cNvSpPr>
            <a:spLocks noGrp="1"/>
          </p:cNvSpPr>
          <p:nvPr>
            <p:ph type="body" sz="quarter" idx="10"/>
          </p:nvPr>
        </p:nvSpPr>
        <p:spPr/>
        <p:txBody>
          <a:bodyPr/>
          <a:lstStyle/>
          <a:p>
            <a:r>
              <a:rPr lang="en-US" dirty="0"/>
              <a:t>Lecture</a:t>
            </a:r>
          </a:p>
        </p:txBody>
      </p:sp>
      <p:sp>
        <p:nvSpPr>
          <p:cNvPr id="7" name="Text Placeholder 6">
            <a:extLst>
              <a:ext uri="{FF2B5EF4-FFF2-40B4-BE49-F238E27FC236}">
                <a16:creationId xmlns:a16="http://schemas.microsoft.com/office/drawing/2014/main" id="{A83AEB76-B8B4-7E2D-5C8C-633013CCEE6C}"/>
              </a:ext>
            </a:extLst>
          </p:cNvPr>
          <p:cNvSpPr>
            <a:spLocks noGrp="1"/>
          </p:cNvSpPr>
          <p:nvPr>
            <p:ph type="body" sz="quarter" idx="11"/>
          </p:nvPr>
        </p:nvSpPr>
        <p:spPr/>
        <p:txBody>
          <a:bodyPr/>
          <a:lstStyle/>
          <a:p>
            <a:r>
              <a:rPr lang="en-US" dirty="0"/>
              <a:t>03</a:t>
            </a:r>
          </a:p>
        </p:txBody>
      </p:sp>
    </p:spTree>
    <p:extLst>
      <p:ext uri="{BB962C8B-B14F-4D97-AF65-F5344CB8AC3E}">
        <p14:creationId xmlns:p14="http://schemas.microsoft.com/office/powerpoint/2010/main" val="2759064039"/>
      </p:ext>
    </p:extLst>
  </p:cSld>
  <p:clrMapOvr>
    <a:masterClrMapping/>
  </p:clrMapOvr>
  <p:transition>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4A29B-1ED4-BBBE-C8D5-7182C327ACBE}"/>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8ADE7384-E4F7-FFE4-51FB-DD831C9E94AE}"/>
              </a:ext>
            </a:extLst>
          </p:cNvPr>
          <p:cNvSpPr>
            <a:spLocks noGrp="1"/>
          </p:cNvSpPr>
          <p:nvPr>
            <p:ph type="body" sz="quarter" idx="10"/>
          </p:nvPr>
        </p:nvSpPr>
        <p:spPr/>
        <p:txBody>
          <a:bodyPr/>
          <a:lstStyle/>
          <a:p>
            <a:pPr marL="0" indent="0">
              <a:buNone/>
            </a:pPr>
            <a:r>
              <a:rPr lang="en-US" dirty="0"/>
              <a:t>Input and Output (I/O) are essential parts of any programming language. Input is used to take data from the user, and Output is used to display results to the user. Python provides simple and powerful functions for handling input and output.</a:t>
            </a:r>
          </a:p>
        </p:txBody>
      </p:sp>
      <p:sp>
        <p:nvSpPr>
          <p:cNvPr id="2" name="Title 1">
            <a:extLst>
              <a:ext uri="{FF2B5EF4-FFF2-40B4-BE49-F238E27FC236}">
                <a16:creationId xmlns:a16="http://schemas.microsoft.com/office/drawing/2014/main" id="{F6E8123E-8C33-0955-7716-3612127A922F}"/>
              </a:ext>
            </a:extLst>
          </p:cNvPr>
          <p:cNvSpPr>
            <a:spLocks noGrp="1"/>
          </p:cNvSpPr>
          <p:nvPr>
            <p:ph type="title"/>
          </p:nvPr>
        </p:nvSpPr>
        <p:spPr/>
        <p:txBody>
          <a:bodyPr/>
          <a:lstStyle/>
          <a:p>
            <a:r>
              <a:rPr lang="en-US" sz="3600" dirty="0">
                <a:solidFill>
                  <a:schemeClr val="bg1"/>
                </a:solidFill>
                <a:latin typeface="Aptos Black" panose="020B0004020202020204" pitchFamily="34" charset="0"/>
                <a:ea typeface="ADLaM Display" panose="02010000000000000000" pitchFamily="2" charset="0"/>
                <a:cs typeface="ADLaM Display" panose="02010000000000000000" pitchFamily="2" charset="0"/>
              </a:rPr>
              <a:t>Introduction</a:t>
            </a:r>
            <a:endParaRPr lang="en-US" sz="3600" dirty="0">
              <a:solidFill>
                <a:schemeClr val="bg1">
                  <a:lumMod val="50000"/>
                </a:schemeClr>
              </a:solidFill>
              <a:latin typeface="Aptos Black" panose="020B0004020202020204" pitchFamily="34"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2229473185"/>
      </p:ext>
    </p:extLst>
  </p:cSld>
  <p:clrMapOvr>
    <a:masterClrMapping/>
  </p:clrMapOvr>
  <p:transition>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A3445-3A76-BC41-08DB-40C0867C53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5C481A-99C2-DEEC-1EBA-32BDDC48D79E}"/>
              </a:ext>
            </a:extLst>
          </p:cNvPr>
          <p:cNvSpPr>
            <a:spLocks noGrp="1"/>
          </p:cNvSpPr>
          <p:nvPr>
            <p:ph type="ctrTitle"/>
          </p:nvPr>
        </p:nvSpPr>
        <p:spPr/>
        <p:txBody>
          <a:bodyPr>
            <a:noAutofit/>
          </a:bodyPr>
          <a:lstStyle/>
          <a:p>
            <a:r>
              <a:rPr lang="en-US" dirty="0">
                <a:latin typeface="Aptos Black" panose="020B0004020202020204" pitchFamily="34" charset="0"/>
              </a:rPr>
              <a:t>“Output in Python”</a:t>
            </a:r>
          </a:p>
        </p:txBody>
      </p:sp>
    </p:spTree>
    <p:extLst>
      <p:ext uri="{BB962C8B-B14F-4D97-AF65-F5344CB8AC3E}">
        <p14:creationId xmlns:p14="http://schemas.microsoft.com/office/powerpoint/2010/main" val="883373501"/>
      </p:ext>
    </p:extLst>
  </p:cSld>
  <p:clrMapOvr>
    <a:masterClrMapping/>
  </p:clrMapOvr>
  <p:transition>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BC23E-D9D4-FA62-C6AB-646640D7DD77}"/>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C4A48995-EE02-7A62-3C10-987D6494F8BB}"/>
              </a:ext>
            </a:extLst>
          </p:cNvPr>
          <p:cNvSpPr>
            <a:spLocks noGrp="1"/>
          </p:cNvSpPr>
          <p:nvPr>
            <p:ph type="body" sz="quarter" idx="10"/>
          </p:nvPr>
        </p:nvSpPr>
        <p:spPr/>
        <p:txBody>
          <a:bodyPr/>
          <a:lstStyle/>
          <a:p>
            <a:pPr marL="0" indent="0">
              <a:buNone/>
            </a:pPr>
            <a:r>
              <a:rPr lang="en-US" dirty="0"/>
              <a:t>Python uses the </a:t>
            </a:r>
            <a:r>
              <a:rPr lang="en-US" b="1" dirty="0"/>
              <a:t>print()</a:t>
            </a:r>
            <a:r>
              <a:rPr lang="en-US" dirty="0"/>
              <a:t> function to display output on the screen.</a:t>
            </a:r>
          </a:p>
        </p:txBody>
      </p:sp>
      <p:sp>
        <p:nvSpPr>
          <p:cNvPr id="2" name="Title 1">
            <a:extLst>
              <a:ext uri="{FF2B5EF4-FFF2-40B4-BE49-F238E27FC236}">
                <a16:creationId xmlns:a16="http://schemas.microsoft.com/office/drawing/2014/main" id="{C0378240-2734-EC02-DC20-6C5A29459C58}"/>
              </a:ext>
            </a:extLst>
          </p:cNvPr>
          <p:cNvSpPr>
            <a:spLocks noGrp="1"/>
          </p:cNvSpPr>
          <p:nvPr>
            <p:ph type="title"/>
          </p:nvPr>
        </p:nvSpPr>
        <p:spPr/>
        <p:txBody>
          <a:bodyPr/>
          <a:lstStyle/>
          <a:p>
            <a:r>
              <a:rPr lang="en-US" sz="3600" dirty="0">
                <a:solidFill>
                  <a:schemeClr val="bg1"/>
                </a:solidFill>
                <a:latin typeface="Aptos Black" panose="020B0004020202020204" pitchFamily="34" charset="0"/>
                <a:ea typeface="ADLaM Display" panose="02010000000000000000" pitchFamily="2" charset="0"/>
                <a:cs typeface="ADLaM Display" panose="02010000000000000000" pitchFamily="2" charset="0"/>
              </a:rPr>
              <a:t>Output in </a:t>
            </a:r>
            <a:r>
              <a:rPr lang="en-US" sz="3600" dirty="0">
                <a:solidFill>
                  <a:schemeClr val="bg1">
                    <a:lumMod val="50000"/>
                  </a:schemeClr>
                </a:solidFill>
                <a:latin typeface="Aptos Black" panose="020B0004020202020204" pitchFamily="34" charset="0"/>
                <a:ea typeface="ADLaM Display" panose="02010000000000000000" pitchFamily="2" charset="0"/>
                <a:cs typeface="ADLaM Display" panose="02010000000000000000" pitchFamily="2" charset="0"/>
              </a:rPr>
              <a:t>Python</a:t>
            </a:r>
          </a:p>
        </p:txBody>
      </p:sp>
      <p:pic>
        <p:nvPicPr>
          <p:cNvPr id="5" name="Picture 4">
            <a:extLst>
              <a:ext uri="{FF2B5EF4-FFF2-40B4-BE49-F238E27FC236}">
                <a16:creationId xmlns:a16="http://schemas.microsoft.com/office/drawing/2014/main" id="{BB5E39E0-11BA-FDBA-E86C-53F363C2FF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9627" y="2019300"/>
            <a:ext cx="5429250" cy="2819400"/>
          </a:xfrm>
          <a:prstGeom prst="rect">
            <a:avLst/>
          </a:prstGeom>
        </p:spPr>
      </p:pic>
    </p:spTree>
    <p:extLst>
      <p:ext uri="{BB962C8B-B14F-4D97-AF65-F5344CB8AC3E}">
        <p14:creationId xmlns:p14="http://schemas.microsoft.com/office/powerpoint/2010/main" val="65905082"/>
      </p:ext>
    </p:extLst>
  </p:cSld>
  <p:clrMapOvr>
    <a:masterClrMapping/>
  </p:clrMapOvr>
  <p:transition>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0A039-FF08-B20F-F9EC-6693A89926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3D99B3-302C-D8E5-961B-B0C53C78564B}"/>
              </a:ext>
            </a:extLst>
          </p:cNvPr>
          <p:cNvSpPr>
            <a:spLocks noGrp="1"/>
          </p:cNvSpPr>
          <p:nvPr>
            <p:ph type="title"/>
          </p:nvPr>
        </p:nvSpPr>
        <p:spPr/>
        <p:txBody>
          <a:bodyPr/>
          <a:lstStyle/>
          <a:p>
            <a:r>
              <a:rPr lang="en-US" sz="3600" dirty="0">
                <a:solidFill>
                  <a:schemeClr val="bg1"/>
                </a:solidFill>
                <a:latin typeface="Aptos Black" panose="020B0004020202020204" pitchFamily="34" charset="0"/>
                <a:ea typeface="ADLaM Display" panose="02010000000000000000" pitchFamily="2" charset="0"/>
                <a:cs typeface="ADLaM Display" panose="02010000000000000000" pitchFamily="2" charset="0"/>
              </a:rPr>
              <a:t>Printing Variables</a:t>
            </a:r>
            <a:endParaRPr lang="en-US" sz="3600" dirty="0">
              <a:solidFill>
                <a:schemeClr val="bg1">
                  <a:lumMod val="50000"/>
                </a:schemeClr>
              </a:solidFill>
              <a:latin typeface="Aptos Black" panose="020B0004020202020204" pitchFamily="34" charset="0"/>
              <a:ea typeface="ADLaM Display" panose="02010000000000000000" pitchFamily="2" charset="0"/>
              <a:cs typeface="ADLaM Display" panose="02010000000000000000" pitchFamily="2" charset="0"/>
            </a:endParaRPr>
          </a:p>
        </p:txBody>
      </p:sp>
      <p:pic>
        <p:nvPicPr>
          <p:cNvPr id="5" name="Picture 4">
            <a:extLst>
              <a:ext uri="{FF2B5EF4-FFF2-40B4-BE49-F238E27FC236}">
                <a16:creationId xmlns:a16="http://schemas.microsoft.com/office/drawing/2014/main" id="{A00E627D-CDF1-CA07-DED4-9B1A1F32E3C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89454" y="1815766"/>
            <a:ext cx="3838898" cy="3226468"/>
          </a:xfrm>
          <a:prstGeom prst="rect">
            <a:avLst/>
          </a:prstGeom>
        </p:spPr>
      </p:pic>
      <p:pic>
        <p:nvPicPr>
          <p:cNvPr id="7" name="Picture 6">
            <a:extLst>
              <a:ext uri="{FF2B5EF4-FFF2-40B4-BE49-F238E27FC236}">
                <a16:creationId xmlns:a16="http://schemas.microsoft.com/office/drawing/2014/main" id="{C2F1B120-55F5-F8AF-F618-E1FD53ACF96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268949" y="2314417"/>
            <a:ext cx="5889218" cy="2229166"/>
          </a:xfrm>
          <a:prstGeom prst="rect">
            <a:avLst/>
          </a:prstGeom>
        </p:spPr>
      </p:pic>
      <p:sp>
        <p:nvSpPr>
          <p:cNvPr id="8" name="TextBox 7">
            <a:extLst>
              <a:ext uri="{FF2B5EF4-FFF2-40B4-BE49-F238E27FC236}">
                <a16:creationId xmlns:a16="http://schemas.microsoft.com/office/drawing/2014/main" id="{4D675296-6CE4-A9DE-F7EB-38606696184D}"/>
              </a:ext>
            </a:extLst>
          </p:cNvPr>
          <p:cNvSpPr txBox="1"/>
          <p:nvPr/>
        </p:nvSpPr>
        <p:spPr>
          <a:xfrm>
            <a:off x="6096000" y="4531572"/>
            <a:ext cx="4395536" cy="369332"/>
          </a:xfrm>
          <a:prstGeom prst="rect">
            <a:avLst/>
          </a:prstGeom>
          <a:noFill/>
        </p:spPr>
        <p:txBody>
          <a:bodyPr wrap="square" rtlCol="0">
            <a:spAutoFit/>
          </a:bodyPr>
          <a:lstStyle/>
          <a:p>
            <a:pPr algn="ctr"/>
            <a:r>
              <a:rPr lang="en-US" b="1" dirty="0">
                <a:solidFill>
                  <a:schemeClr val="bg1">
                    <a:lumMod val="50000"/>
                  </a:schemeClr>
                </a:solidFill>
              </a:rPr>
              <a:t>Printing Multiple Values</a:t>
            </a:r>
            <a:endParaRPr lang="en-US" dirty="0">
              <a:solidFill>
                <a:schemeClr val="bg1">
                  <a:lumMod val="50000"/>
                </a:schemeClr>
              </a:solidFill>
            </a:endParaRPr>
          </a:p>
        </p:txBody>
      </p:sp>
      <p:sp>
        <p:nvSpPr>
          <p:cNvPr id="9" name="TextBox 8">
            <a:extLst>
              <a:ext uri="{FF2B5EF4-FFF2-40B4-BE49-F238E27FC236}">
                <a16:creationId xmlns:a16="http://schemas.microsoft.com/office/drawing/2014/main" id="{ABF80AEF-DE41-DF61-F408-B8A66916DB17}"/>
              </a:ext>
            </a:extLst>
          </p:cNvPr>
          <p:cNvSpPr txBox="1"/>
          <p:nvPr/>
        </p:nvSpPr>
        <p:spPr>
          <a:xfrm>
            <a:off x="655637" y="4900904"/>
            <a:ext cx="4395536" cy="369332"/>
          </a:xfrm>
          <a:prstGeom prst="rect">
            <a:avLst/>
          </a:prstGeom>
          <a:noFill/>
        </p:spPr>
        <p:txBody>
          <a:bodyPr wrap="square" rtlCol="0">
            <a:spAutoFit/>
          </a:bodyPr>
          <a:lstStyle/>
          <a:p>
            <a:pPr algn="ctr"/>
            <a:r>
              <a:rPr lang="en-US" b="1" dirty="0">
                <a:solidFill>
                  <a:schemeClr val="bg1">
                    <a:lumMod val="50000"/>
                  </a:schemeClr>
                </a:solidFill>
              </a:rPr>
              <a:t>Printing Single  Value</a:t>
            </a:r>
            <a:endParaRPr lang="en-US" dirty="0">
              <a:solidFill>
                <a:schemeClr val="bg1">
                  <a:lumMod val="50000"/>
                </a:schemeClr>
              </a:solidFill>
            </a:endParaRPr>
          </a:p>
        </p:txBody>
      </p:sp>
    </p:spTree>
    <p:extLst>
      <p:ext uri="{BB962C8B-B14F-4D97-AF65-F5344CB8AC3E}">
        <p14:creationId xmlns:p14="http://schemas.microsoft.com/office/powerpoint/2010/main" val="4155475892"/>
      </p:ext>
    </p:extLst>
  </p:cSld>
  <p:clrMapOvr>
    <a:masterClrMapping/>
  </p:clrMapOvr>
  <p:transition>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4ABFC-18EE-99C2-9A35-F9486D694D5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880A9CB-0BFC-1552-BDF3-0D865EC622C7}"/>
              </a:ext>
            </a:extLst>
          </p:cNvPr>
          <p:cNvSpPr>
            <a:spLocks noGrp="1"/>
          </p:cNvSpPr>
          <p:nvPr>
            <p:ph type="body" sz="quarter" idx="10"/>
          </p:nvPr>
        </p:nvSpPr>
        <p:spPr/>
        <p:txBody>
          <a:bodyPr/>
          <a:lstStyle/>
          <a:p>
            <a:pPr marL="0" indent="0">
              <a:buNone/>
            </a:pPr>
            <a:r>
              <a:rPr lang="en-US" b="1" dirty="0"/>
              <a:t>Using Comma ( , ): </a:t>
            </a:r>
            <a:r>
              <a:rPr lang="en-US" dirty="0"/>
              <a:t>Automatically adds space between values.</a:t>
            </a:r>
          </a:p>
          <a:p>
            <a:pPr marL="0" indent="0">
              <a:buNone/>
            </a:pPr>
            <a:endParaRPr lang="en-US" dirty="0"/>
          </a:p>
          <a:p>
            <a:pPr marL="0" indent="0">
              <a:buNone/>
            </a:pPr>
            <a:endParaRPr lang="en-US" dirty="0"/>
          </a:p>
          <a:p>
            <a:pPr marL="0" indent="0">
              <a:buNone/>
            </a:pPr>
            <a:endParaRPr lang="en-US" dirty="0"/>
          </a:p>
          <a:p>
            <a:pPr marL="0" indent="0">
              <a:lnSpc>
                <a:spcPct val="150000"/>
              </a:lnSpc>
              <a:buNone/>
            </a:pPr>
            <a:r>
              <a:rPr lang="en-US" b="1" dirty="0"/>
              <a:t>Using f-strings:</a:t>
            </a:r>
            <a:r>
              <a:rPr lang="en-US" dirty="0"/>
              <a:t> </a:t>
            </a:r>
          </a:p>
        </p:txBody>
      </p:sp>
      <p:sp>
        <p:nvSpPr>
          <p:cNvPr id="2" name="Title 1">
            <a:extLst>
              <a:ext uri="{FF2B5EF4-FFF2-40B4-BE49-F238E27FC236}">
                <a16:creationId xmlns:a16="http://schemas.microsoft.com/office/drawing/2014/main" id="{05726C02-D57B-1D94-449C-60D130C88F9C}"/>
              </a:ext>
            </a:extLst>
          </p:cNvPr>
          <p:cNvSpPr>
            <a:spLocks noGrp="1"/>
          </p:cNvSpPr>
          <p:nvPr>
            <p:ph type="title"/>
          </p:nvPr>
        </p:nvSpPr>
        <p:spPr/>
        <p:txBody>
          <a:bodyPr/>
          <a:lstStyle/>
          <a:p>
            <a:r>
              <a:rPr lang="en-US" sz="3600" dirty="0">
                <a:solidFill>
                  <a:schemeClr val="bg1"/>
                </a:solidFill>
                <a:latin typeface="Aptos Black" panose="020B0004020202020204" pitchFamily="34" charset="0"/>
                <a:ea typeface="ADLaM Display" panose="02010000000000000000" pitchFamily="2" charset="0"/>
                <a:cs typeface="ADLaM Display" panose="02010000000000000000" pitchFamily="2" charset="0"/>
              </a:rPr>
              <a:t>Formatting </a:t>
            </a:r>
            <a:r>
              <a:rPr lang="en-US" sz="3600" dirty="0">
                <a:solidFill>
                  <a:schemeClr val="bg1">
                    <a:lumMod val="50000"/>
                  </a:schemeClr>
                </a:solidFill>
                <a:latin typeface="Aptos Black" panose="020B0004020202020204" pitchFamily="34" charset="0"/>
                <a:ea typeface="ADLaM Display" panose="02010000000000000000" pitchFamily="2" charset="0"/>
                <a:cs typeface="ADLaM Display" panose="02010000000000000000" pitchFamily="2" charset="0"/>
              </a:rPr>
              <a:t>Output</a:t>
            </a:r>
          </a:p>
        </p:txBody>
      </p:sp>
      <p:pic>
        <p:nvPicPr>
          <p:cNvPr id="7" name="Picture 6">
            <a:extLst>
              <a:ext uri="{FF2B5EF4-FFF2-40B4-BE49-F238E27FC236}">
                <a16:creationId xmlns:a16="http://schemas.microsoft.com/office/drawing/2014/main" id="{1C8B643B-2702-EE6E-D738-45B55CD8D8A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83740" y="1978740"/>
            <a:ext cx="6998852" cy="1936130"/>
          </a:xfrm>
          <a:prstGeom prst="rect">
            <a:avLst/>
          </a:prstGeom>
        </p:spPr>
      </p:pic>
      <p:pic>
        <p:nvPicPr>
          <p:cNvPr id="6" name="Picture 5">
            <a:extLst>
              <a:ext uri="{FF2B5EF4-FFF2-40B4-BE49-F238E27FC236}">
                <a16:creationId xmlns:a16="http://schemas.microsoft.com/office/drawing/2014/main" id="{34AA643C-675C-C652-4512-A586CD4FE0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3741" y="4278299"/>
            <a:ext cx="6998852" cy="2357379"/>
          </a:xfrm>
          <a:prstGeom prst="rect">
            <a:avLst/>
          </a:prstGeom>
        </p:spPr>
      </p:pic>
    </p:spTree>
    <p:extLst>
      <p:ext uri="{BB962C8B-B14F-4D97-AF65-F5344CB8AC3E}">
        <p14:creationId xmlns:p14="http://schemas.microsoft.com/office/powerpoint/2010/main" val="3809203294"/>
      </p:ext>
    </p:extLst>
  </p:cSld>
  <p:clrMapOvr>
    <a:masterClrMapping/>
  </p:clrMapOvr>
  <p:transition>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D74E0-A121-E585-7932-2F728FB2D5B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DD6BB37-E0B3-6197-0CBC-A897B9014C05}"/>
              </a:ext>
            </a:extLst>
          </p:cNvPr>
          <p:cNvSpPr>
            <a:spLocks noGrp="1"/>
          </p:cNvSpPr>
          <p:nvPr>
            <p:ph type="body" sz="quarter" idx="10"/>
          </p:nvPr>
        </p:nvSpPr>
        <p:spPr/>
        <p:txBody>
          <a:bodyPr/>
          <a:lstStyle/>
          <a:p>
            <a:pPr marL="0" indent="0">
              <a:buNone/>
            </a:pPr>
            <a:r>
              <a:rPr lang="en-US" b="1" dirty="0"/>
              <a:t>Using format() Method</a:t>
            </a:r>
            <a:endParaRPr lang="en-US" dirty="0"/>
          </a:p>
          <a:p>
            <a:pPr marL="0" indent="0">
              <a:buNone/>
            </a:pPr>
            <a:endParaRPr lang="en-US" dirty="0"/>
          </a:p>
          <a:p>
            <a:pPr marL="0" indent="0">
              <a:buNone/>
            </a:pPr>
            <a:endParaRPr lang="en-US" dirty="0"/>
          </a:p>
          <a:p>
            <a:pPr marL="0" indent="0">
              <a:buNone/>
            </a:pPr>
            <a:endParaRPr lang="en-US" dirty="0"/>
          </a:p>
          <a:p>
            <a:pPr marL="0" indent="0">
              <a:lnSpc>
                <a:spcPct val="150000"/>
              </a:lnSpc>
              <a:buNone/>
            </a:pPr>
            <a:r>
              <a:rPr lang="en-US" b="1" dirty="0"/>
              <a:t>Using % Operator</a:t>
            </a:r>
            <a:r>
              <a:rPr lang="en-US" dirty="0"/>
              <a:t> </a:t>
            </a:r>
          </a:p>
        </p:txBody>
      </p:sp>
      <p:sp>
        <p:nvSpPr>
          <p:cNvPr id="2" name="Title 1">
            <a:extLst>
              <a:ext uri="{FF2B5EF4-FFF2-40B4-BE49-F238E27FC236}">
                <a16:creationId xmlns:a16="http://schemas.microsoft.com/office/drawing/2014/main" id="{24C5BC82-C6C3-F28C-A87C-64AEBF2D2F21}"/>
              </a:ext>
            </a:extLst>
          </p:cNvPr>
          <p:cNvSpPr>
            <a:spLocks noGrp="1"/>
          </p:cNvSpPr>
          <p:nvPr>
            <p:ph type="title"/>
          </p:nvPr>
        </p:nvSpPr>
        <p:spPr/>
        <p:txBody>
          <a:bodyPr/>
          <a:lstStyle/>
          <a:p>
            <a:r>
              <a:rPr lang="en-US" sz="3600" dirty="0">
                <a:solidFill>
                  <a:schemeClr val="bg1"/>
                </a:solidFill>
                <a:latin typeface="Aptos Black" panose="020B0004020202020204" pitchFamily="34" charset="0"/>
                <a:ea typeface="ADLaM Display" panose="02010000000000000000" pitchFamily="2" charset="0"/>
                <a:cs typeface="ADLaM Display" panose="02010000000000000000" pitchFamily="2" charset="0"/>
              </a:rPr>
              <a:t>Formatting </a:t>
            </a:r>
            <a:r>
              <a:rPr lang="en-US" sz="3600" dirty="0">
                <a:solidFill>
                  <a:schemeClr val="bg1">
                    <a:lumMod val="50000"/>
                  </a:schemeClr>
                </a:solidFill>
                <a:latin typeface="Aptos Black" panose="020B0004020202020204" pitchFamily="34" charset="0"/>
                <a:ea typeface="ADLaM Display" panose="02010000000000000000" pitchFamily="2" charset="0"/>
                <a:cs typeface="ADLaM Display" panose="02010000000000000000" pitchFamily="2" charset="0"/>
              </a:rPr>
              <a:t>Output</a:t>
            </a:r>
          </a:p>
        </p:txBody>
      </p:sp>
      <p:pic>
        <p:nvPicPr>
          <p:cNvPr id="7" name="Picture 6">
            <a:extLst>
              <a:ext uri="{FF2B5EF4-FFF2-40B4-BE49-F238E27FC236}">
                <a16:creationId xmlns:a16="http://schemas.microsoft.com/office/drawing/2014/main" id="{A2E7C317-AC7E-64B1-33DB-680680655F5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83740" y="2172642"/>
            <a:ext cx="8235218" cy="1821842"/>
          </a:xfrm>
          <a:prstGeom prst="rect">
            <a:avLst/>
          </a:prstGeom>
        </p:spPr>
      </p:pic>
      <p:pic>
        <p:nvPicPr>
          <p:cNvPr id="6" name="Picture 5">
            <a:extLst>
              <a:ext uri="{FF2B5EF4-FFF2-40B4-BE49-F238E27FC236}">
                <a16:creationId xmlns:a16="http://schemas.microsoft.com/office/drawing/2014/main" id="{97BFC7FB-D692-4D31-5F8F-294EB884421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83740" y="4408821"/>
            <a:ext cx="8235217" cy="1821842"/>
          </a:xfrm>
          <a:prstGeom prst="rect">
            <a:avLst/>
          </a:prstGeom>
        </p:spPr>
      </p:pic>
    </p:spTree>
    <p:extLst>
      <p:ext uri="{BB962C8B-B14F-4D97-AF65-F5344CB8AC3E}">
        <p14:creationId xmlns:p14="http://schemas.microsoft.com/office/powerpoint/2010/main" val="3528804024"/>
      </p:ext>
    </p:extLst>
  </p:cSld>
  <p:clrMapOvr>
    <a:masterClrMapping/>
  </p:clrMapOvr>
  <p:transition>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BC7E6-81B6-EE78-0CC3-C50A08584D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DDC8F0-FA69-57BC-6374-093D90E43E35}"/>
              </a:ext>
            </a:extLst>
          </p:cNvPr>
          <p:cNvSpPr>
            <a:spLocks noGrp="1"/>
          </p:cNvSpPr>
          <p:nvPr>
            <p:ph type="ctrTitle"/>
          </p:nvPr>
        </p:nvSpPr>
        <p:spPr/>
        <p:txBody>
          <a:bodyPr>
            <a:noAutofit/>
          </a:bodyPr>
          <a:lstStyle/>
          <a:p>
            <a:r>
              <a:rPr lang="en-US" dirty="0">
                <a:latin typeface="Aptos Black" panose="020B0004020202020204" pitchFamily="34" charset="0"/>
              </a:rPr>
              <a:t>“Input in Python”</a:t>
            </a:r>
          </a:p>
        </p:txBody>
      </p:sp>
    </p:spTree>
    <p:extLst>
      <p:ext uri="{BB962C8B-B14F-4D97-AF65-F5344CB8AC3E}">
        <p14:creationId xmlns:p14="http://schemas.microsoft.com/office/powerpoint/2010/main" val="2134876577"/>
      </p:ext>
    </p:extLst>
  </p:cSld>
  <p:clrMapOvr>
    <a:masterClrMapping/>
  </p:clrMapOvr>
  <p:transition>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491EC-BB54-B007-C559-F5DC72CC20AB}"/>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BB0936E4-7883-5902-C572-687812FF8F47}"/>
              </a:ext>
            </a:extLst>
          </p:cNvPr>
          <p:cNvSpPr>
            <a:spLocks noGrp="1"/>
          </p:cNvSpPr>
          <p:nvPr>
            <p:ph type="body" sz="quarter" idx="10"/>
          </p:nvPr>
        </p:nvSpPr>
        <p:spPr/>
        <p:txBody>
          <a:bodyPr/>
          <a:lstStyle/>
          <a:p>
            <a:pPr marL="0" indent="0">
              <a:buNone/>
            </a:pPr>
            <a:r>
              <a:rPr lang="en-US" dirty="0"/>
              <a:t>Python uses the </a:t>
            </a:r>
            <a:r>
              <a:rPr lang="en-US" b="1" dirty="0"/>
              <a:t>input()</a:t>
            </a:r>
            <a:r>
              <a:rPr lang="en-US" dirty="0"/>
              <a:t> function to take input from the user.</a:t>
            </a:r>
          </a:p>
        </p:txBody>
      </p:sp>
      <p:sp>
        <p:nvSpPr>
          <p:cNvPr id="2" name="Title 1">
            <a:extLst>
              <a:ext uri="{FF2B5EF4-FFF2-40B4-BE49-F238E27FC236}">
                <a16:creationId xmlns:a16="http://schemas.microsoft.com/office/drawing/2014/main" id="{CEE5C4EF-D58B-C0A9-F756-EB09BEB7A8F7}"/>
              </a:ext>
            </a:extLst>
          </p:cNvPr>
          <p:cNvSpPr>
            <a:spLocks noGrp="1"/>
          </p:cNvSpPr>
          <p:nvPr>
            <p:ph type="title"/>
          </p:nvPr>
        </p:nvSpPr>
        <p:spPr/>
        <p:txBody>
          <a:bodyPr/>
          <a:lstStyle/>
          <a:p>
            <a:r>
              <a:rPr lang="en-US" sz="3600" dirty="0">
                <a:solidFill>
                  <a:schemeClr val="bg1"/>
                </a:solidFill>
                <a:latin typeface="Aptos Black" panose="020B0004020202020204" pitchFamily="34" charset="0"/>
                <a:ea typeface="ADLaM Display" panose="02010000000000000000" pitchFamily="2" charset="0"/>
                <a:cs typeface="ADLaM Display" panose="02010000000000000000" pitchFamily="2" charset="0"/>
              </a:rPr>
              <a:t>Input in </a:t>
            </a:r>
            <a:r>
              <a:rPr lang="en-US" sz="3600" dirty="0">
                <a:solidFill>
                  <a:schemeClr val="bg1">
                    <a:lumMod val="65000"/>
                  </a:schemeClr>
                </a:solidFill>
                <a:latin typeface="Aptos Black" panose="020B0004020202020204" pitchFamily="34" charset="0"/>
                <a:ea typeface="ADLaM Display" panose="02010000000000000000" pitchFamily="2" charset="0"/>
                <a:cs typeface="ADLaM Display" panose="02010000000000000000" pitchFamily="2" charset="0"/>
              </a:rPr>
              <a:t>Python</a:t>
            </a:r>
          </a:p>
        </p:txBody>
      </p:sp>
      <p:pic>
        <p:nvPicPr>
          <p:cNvPr id="5" name="Picture 4">
            <a:extLst>
              <a:ext uri="{FF2B5EF4-FFF2-40B4-BE49-F238E27FC236}">
                <a16:creationId xmlns:a16="http://schemas.microsoft.com/office/drawing/2014/main" id="{257876E7-9851-72E9-2F1A-7D7984A11AC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55637" y="2241785"/>
            <a:ext cx="6135135" cy="2683141"/>
          </a:xfrm>
          <a:prstGeom prst="rect">
            <a:avLst/>
          </a:prstGeom>
        </p:spPr>
      </p:pic>
      <p:sp>
        <p:nvSpPr>
          <p:cNvPr id="3" name="Rectangle: Rounded Corners 2">
            <a:extLst>
              <a:ext uri="{FF2B5EF4-FFF2-40B4-BE49-F238E27FC236}">
                <a16:creationId xmlns:a16="http://schemas.microsoft.com/office/drawing/2014/main" id="{2C0336D2-CE9C-C3DC-517E-A23D857F7D07}"/>
              </a:ext>
            </a:extLst>
          </p:cNvPr>
          <p:cNvSpPr/>
          <p:nvPr/>
        </p:nvSpPr>
        <p:spPr>
          <a:xfrm>
            <a:off x="956637" y="5173662"/>
            <a:ext cx="8123195" cy="761917"/>
          </a:xfrm>
          <a:prstGeom prst="roundRect">
            <a:avLst>
              <a:gd name="adj" fmla="val 23914"/>
            </a:avLst>
          </a:prstGeom>
          <a:solidFill>
            <a:srgbClr val="000000"/>
          </a:solidFill>
          <a:ln w="381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rgbClr val="FF0000"/>
                </a:solidFill>
              </a:rPr>
              <a:t>Important Note: </a:t>
            </a:r>
            <a:r>
              <a:rPr lang="en-US" sz="2000" dirty="0"/>
              <a:t>The input() function always returns data as a string.</a:t>
            </a:r>
            <a:endParaRPr lang="en-US" sz="2000" dirty="0">
              <a:solidFill>
                <a:schemeClr val="bg1">
                  <a:lumMod val="50000"/>
                </a:schemeClr>
              </a:solidFill>
              <a:latin typeface="Aptos (Body)"/>
            </a:endParaRPr>
          </a:p>
        </p:txBody>
      </p:sp>
    </p:spTree>
    <p:extLst>
      <p:ext uri="{BB962C8B-B14F-4D97-AF65-F5344CB8AC3E}">
        <p14:creationId xmlns:p14="http://schemas.microsoft.com/office/powerpoint/2010/main" val="841775010"/>
      </p:ext>
    </p:extLst>
  </p:cSld>
  <p:clrMapOvr>
    <a:masterClrMapping/>
  </p:clrMapOvr>
  <p:transition>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6965D-1FC5-F677-E15F-EDA6AD5ECF0A}"/>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00BC8988-1508-1D35-2F77-70C242BA3FE0}"/>
              </a:ext>
            </a:extLst>
          </p:cNvPr>
          <p:cNvSpPr>
            <a:spLocks noGrp="1"/>
          </p:cNvSpPr>
          <p:nvPr>
            <p:ph type="body" sz="quarter" idx="10"/>
          </p:nvPr>
        </p:nvSpPr>
        <p:spPr/>
        <p:txBody>
          <a:bodyPr/>
          <a:lstStyle/>
          <a:p>
            <a:pPr marL="0" indent="0">
              <a:buNone/>
            </a:pPr>
            <a:r>
              <a:rPr lang="en-US" dirty="0"/>
              <a:t>To perform calculations, input values must be converted into required data types.</a:t>
            </a:r>
          </a:p>
        </p:txBody>
      </p:sp>
      <p:sp>
        <p:nvSpPr>
          <p:cNvPr id="2" name="Title 1">
            <a:extLst>
              <a:ext uri="{FF2B5EF4-FFF2-40B4-BE49-F238E27FC236}">
                <a16:creationId xmlns:a16="http://schemas.microsoft.com/office/drawing/2014/main" id="{5D9E8CF9-88AE-87BF-9846-E99D98732453}"/>
              </a:ext>
            </a:extLst>
          </p:cNvPr>
          <p:cNvSpPr>
            <a:spLocks noGrp="1"/>
          </p:cNvSpPr>
          <p:nvPr>
            <p:ph type="title"/>
          </p:nvPr>
        </p:nvSpPr>
        <p:spPr/>
        <p:txBody>
          <a:bodyPr/>
          <a:lstStyle/>
          <a:p>
            <a:r>
              <a:rPr lang="en-US" sz="3600" dirty="0">
                <a:solidFill>
                  <a:schemeClr val="bg1"/>
                </a:solidFill>
                <a:latin typeface="Aptos Black" panose="020B0004020202020204" pitchFamily="34" charset="0"/>
                <a:ea typeface="ADLaM Display" panose="02010000000000000000" pitchFamily="2" charset="0"/>
                <a:cs typeface="ADLaM Display" panose="02010000000000000000" pitchFamily="2" charset="0"/>
              </a:rPr>
              <a:t>Type Conversion with </a:t>
            </a:r>
            <a:r>
              <a:rPr lang="en-US" sz="3600" dirty="0">
                <a:solidFill>
                  <a:schemeClr val="bg1">
                    <a:lumMod val="65000"/>
                  </a:schemeClr>
                </a:solidFill>
                <a:latin typeface="Aptos Black" panose="020B0004020202020204" pitchFamily="34" charset="0"/>
                <a:ea typeface="ADLaM Display" panose="02010000000000000000" pitchFamily="2" charset="0"/>
                <a:cs typeface="ADLaM Display" panose="02010000000000000000" pitchFamily="2" charset="0"/>
              </a:rPr>
              <a:t>Input</a:t>
            </a:r>
          </a:p>
        </p:txBody>
      </p:sp>
      <p:pic>
        <p:nvPicPr>
          <p:cNvPr id="5" name="Picture 4">
            <a:extLst>
              <a:ext uri="{FF2B5EF4-FFF2-40B4-BE49-F238E27FC236}">
                <a16:creationId xmlns:a16="http://schemas.microsoft.com/office/drawing/2014/main" id="{4E5ED289-307B-6515-8A34-429BE3EA44E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27533" y="3129042"/>
            <a:ext cx="5404415" cy="2200369"/>
          </a:xfrm>
          <a:prstGeom prst="rect">
            <a:avLst/>
          </a:prstGeom>
        </p:spPr>
      </p:pic>
      <p:pic>
        <p:nvPicPr>
          <p:cNvPr id="6" name="Picture 5">
            <a:extLst>
              <a:ext uri="{FF2B5EF4-FFF2-40B4-BE49-F238E27FC236}">
                <a16:creationId xmlns:a16="http://schemas.microsoft.com/office/drawing/2014/main" id="{2D54B2FD-DB92-364D-0358-4F041FDD934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275741" y="3175204"/>
            <a:ext cx="5404415" cy="2154207"/>
          </a:xfrm>
          <a:prstGeom prst="rect">
            <a:avLst/>
          </a:prstGeom>
        </p:spPr>
      </p:pic>
      <p:sp>
        <p:nvSpPr>
          <p:cNvPr id="7" name="TextBox 6">
            <a:extLst>
              <a:ext uri="{FF2B5EF4-FFF2-40B4-BE49-F238E27FC236}">
                <a16:creationId xmlns:a16="http://schemas.microsoft.com/office/drawing/2014/main" id="{019A0C78-1D84-F95D-CB00-E2F8B28294ED}"/>
              </a:ext>
            </a:extLst>
          </p:cNvPr>
          <p:cNvSpPr txBox="1"/>
          <p:nvPr/>
        </p:nvSpPr>
        <p:spPr>
          <a:xfrm>
            <a:off x="6672336" y="5329411"/>
            <a:ext cx="4395536" cy="369332"/>
          </a:xfrm>
          <a:prstGeom prst="rect">
            <a:avLst/>
          </a:prstGeom>
          <a:noFill/>
        </p:spPr>
        <p:txBody>
          <a:bodyPr wrap="square" rtlCol="0">
            <a:spAutoFit/>
          </a:bodyPr>
          <a:lstStyle/>
          <a:p>
            <a:pPr algn="ctr"/>
            <a:r>
              <a:rPr lang="en-US" b="1" dirty="0">
                <a:solidFill>
                  <a:schemeClr val="bg1">
                    <a:lumMod val="50000"/>
                  </a:schemeClr>
                </a:solidFill>
              </a:rPr>
              <a:t>Float Input</a:t>
            </a:r>
            <a:endParaRPr lang="en-US" dirty="0">
              <a:solidFill>
                <a:schemeClr val="bg1">
                  <a:lumMod val="50000"/>
                </a:schemeClr>
              </a:solidFill>
            </a:endParaRPr>
          </a:p>
        </p:txBody>
      </p:sp>
      <p:sp>
        <p:nvSpPr>
          <p:cNvPr id="8" name="TextBox 7">
            <a:extLst>
              <a:ext uri="{FF2B5EF4-FFF2-40B4-BE49-F238E27FC236}">
                <a16:creationId xmlns:a16="http://schemas.microsoft.com/office/drawing/2014/main" id="{94DBC115-6280-0E8E-A0DE-537224FD2C7F}"/>
              </a:ext>
            </a:extLst>
          </p:cNvPr>
          <p:cNvSpPr txBox="1"/>
          <p:nvPr/>
        </p:nvSpPr>
        <p:spPr>
          <a:xfrm>
            <a:off x="1124129" y="5329411"/>
            <a:ext cx="4395536" cy="369332"/>
          </a:xfrm>
          <a:prstGeom prst="rect">
            <a:avLst/>
          </a:prstGeom>
          <a:noFill/>
        </p:spPr>
        <p:txBody>
          <a:bodyPr wrap="square" rtlCol="0">
            <a:spAutoFit/>
          </a:bodyPr>
          <a:lstStyle/>
          <a:p>
            <a:pPr algn="ctr"/>
            <a:r>
              <a:rPr lang="en-US" b="1" dirty="0">
                <a:solidFill>
                  <a:schemeClr val="bg1">
                    <a:lumMod val="50000"/>
                  </a:schemeClr>
                </a:solidFill>
              </a:rPr>
              <a:t>Integer Input</a:t>
            </a:r>
            <a:endParaRPr lang="en-US" dirty="0">
              <a:solidFill>
                <a:schemeClr val="bg1">
                  <a:lumMod val="50000"/>
                </a:schemeClr>
              </a:solidFill>
            </a:endParaRPr>
          </a:p>
        </p:txBody>
      </p:sp>
    </p:spTree>
    <p:extLst>
      <p:ext uri="{BB962C8B-B14F-4D97-AF65-F5344CB8AC3E}">
        <p14:creationId xmlns:p14="http://schemas.microsoft.com/office/powerpoint/2010/main" val="1399348360"/>
      </p:ext>
    </p:extLst>
  </p:cSld>
  <p:clrMapOvr>
    <a:masterClrMapping/>
  </p:clrMapOvr>
  <p:transition>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23231-F2E2-508E-D5E0-600E343892FA}"/>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695F0426-3283-50ED-ECA7-E103674B2BF3}"/>
              </a:ext>
            </a:extLst>
          </p:cNvPr>
          <p:cNvSpPr>
            <a:spLocks noGrp="1"/>
          </p:cNvSpPr>
          <p:nvPr>
            <p:ph type="body" sz="quarter" idx="10"/>
          </p:nvPr>
        </p:nvSpPr>
        <p:spPr/>
        <p:txBody>
          <a:bodyPr/>
          <a:lstStyle/>
          <a:p>
            <a:pPr marL="0" indent="0">
              <a:buNone/>
            </a:pPr>
            <a:endParaRPr lang="en-US" dirty="0"/>
          </a:p>
        </p:txBody>
      </p:sp>
      <p:sp>
        <p:nvSpPr>
          <p:cNvPr id="2" name="Title 1">
            <a:extLst>
              <a:ext uri="{FF2B5EF4-FFF2-40B4-BE49-F238E27FC236}">
                <a16:creationId xmlns:a16="http://schemas.microsoft.com/office/drawing/2014/main" id="{C8DA526B-A182-9989-D57A-1716417678DC}"/>
              </a:ext>
            </a:extLst>
          </p:cNvPr>
          <p:cNvSpPr>
            <a:spLocks noGrp="1"/>
          </p:cNvSpPr>
          <p:nvPr>
            <p:ph type="title"/>
          </p:nvPr>
        </p:nvSpPr>
        <p:spPr/>
        <p:txBody>
          <a:bodyPr/>
          <a:lstStyle/>
          <a:p>
            <a:r>
              <a:rPr lang="en-US" sz="3600" dirty="0">
                <a:solidFill>
                  <a:schemeClr val="bg1"/>
                </a:solidFill>
                <a:latin typeface="Aptos Black" panose="020B0004020202020204" pitchFamily="34" charset="0"/>
                <a:ea typeface="ADLaM Display" panose="02010000000000000000" pitchFamily="2" charset="0"/>
                <a:cs typeface="ADLaM Display" panose="02010000000000000000" pitchFamily="2" charset="0"/>
              </a:rPr>
              <a:t>Taking Multiple </a:t>
            </a:r>
            <a:r>
              <a:rPr lang="en-US" sz="3600" dirty="0">
                <a:solidFill>
                  <a:schemeClr val="bg1">
                    <a:lumMod val="65000"/>
                  </a:schemeClr>
                </a:solidFill>
                <a:latin typeface="Aptos Black" panose="020B0004020202020204" pitchFamily="34" charset="0"/>
                <a:ea typeface="ADLaM Display" panose="02010000000000000000" pitchFamily="2" charset="0"/>
                <a:cs typeface="ADLaM Display" panose="02010000000000000000" pitchFamily="2" charset="0"/>
              </a:rPr>
              <a:t>Inputs</a:t>
            </a:r>
          </a:p>
        </p:txBody>
      </p:sp>
      <p:pic>
        <p:nvPicPr>
          <p:cNvPr id="5" name="Picture 4">
            <a:extLst>
              <a:ext uri="{FF2B5EF4-FFF2-40B4-BE49-F238E27FC236}">
                <a16:creationId xmlns:a16="http://schemas.microsoft.com/office/drawing/2014/main" id="{37FCF453-D486-5ED3-0413-AAC142F9621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72324" y="2075019"/>
            <a:ext cx="5107592" cy="2200369"/>
          </a:xfrm>
          <a:prstGeom prst="rect">
            <a:avLst/>
          </a:prstGeom>
        </p:spPr>
      </p:pic>
      <p:pic>
        <p:nvPicPr>
          <p:cNvPr id="6" name="Picture 5">
            <a:extLst>
              <a:ext uri="{FF2B5EF4-FFF2-40B4-BE49-F238E27FC236}">
                <a16:creationId xmlns:a16="http://schemas.microsoft.com/office/drawing/2014/main" id="{70DF749A-9E80-4BA6-C32F-6D435FD7E83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519665" y="2135594"/>
            <a:ext cx="6266550" cy="2200369"/>
          </a:xfrm>
          <a:prstGeom prst="rect">
            <a:avLst/>
          </a:prstGeom>
        </p:spPr>
      </p:pic>
      <p:sp>
        <p:nvSpPr>
          <p:cNvPr id="8" name="TextBox 7">
            <a:extLst>
              <a:ext uri="{FF2B5EF4-FFF2-40B4-BE49-F238E27FC236}">
                <a16:creationId xmlns:a16="http://schemas.microsoft.com/office/drawing/2014/main" id="{2BB125E5-2D85-5FB3-90B5-A4EDA9400CA5}"/>
              </a:ext>
            </a:extLst>
          </p:cNvPr>
          <p:cNvSpPr txBox="1"/>
          <p:nvPr/>
        </p:nvSpPr>
        <p:spPr>
          <a:xfrm>
            <a:off x="1124129" y="4320393"/>
            <a:ext cx="4395536" cy="400110"/>
          </a:xfrm>
          <a:prstGeom prst="rect">
            <a:avLst/>
          </a:prstGeom>
          <a:noFill/>
        </p:spPr>
        <p:txBody>
          <a:bodyPr wrap="square" rtlCol="0">
            <a:spAutoFit/>
          </a:bodyPr>
          <a:lstStyle/>
          <a:p>
            <a:pPr algn="ctr"/>
            <a:r>
              <a:rPr lang="en-US" sz="2000" b="1" dirty="0">
                <a:solidFill>
                  <a:schemeClr val="bg1">
                    <a:lumMod val="65000"/>
                  </a:schemeClr>
                </a:solidFill>
              </a:rPr>
              <a:t>Using Multiple input() function calls</a:t>
            </a:r>
          </a:p>
        </p:txBody>
      </p:sp>
      <p:sp>
        <p:nvSpPr>
          <p:cNvPr id="3" name="TextBox 2">
            <a:extLst>
              <a:ext uri="{FF2B5EF4-FFF2-40B4-BE49-F238E27FC236}">
                <a16:creationId xmlns:a16="http://schemas.microsoft.com/office/drawing/2014/main" id="{007FCF24-C7CD-8901-822D-AC8B15F889AC}"/>
              </a:ext>
            </a:extLst>
          </p:cNvPr>
          <p:cNvSpPr txBox="1"/>
          <p:nvPr/>
        </p:nvSpPr>
        <p:spPr>
          <a:xfrm>
            <a:off x="6963455" y="4320393"/>
            <a:ext cx="4395536" cy="400110"/>
          </a:xfrm>
          <a:prstGeom prst="rect">
            <a:avLst/>
          </a:prstGeom>
          <a:noFill/>
        </p:spPr>
        <p:txBody>
          <a:bodyPr wrap="square" rtlCol="0">
            <a:spAutoFit/>
          </a:bodyPr>
          <a:lstStyle/>
          <a:p>
            <a:pPr algn="ctr"/>
            <a:r>
              <a:rPr lang="en-US" sz="2000" b="1" dirty="0">
                <a:solidFill>
                  <a:schemeClr val="bg1">
                    <a:lumMod val="65000"/>
                  </a:schemeClr>
                </a:solidFill>
              </a:rPr>
              <a:t>Using split()</a:t>
            </a:r>
          </a:p>
        </p:txBody>
      </p:sp>
    </p:spTree>
    <p:extLst>
      <p:ext uri="{BB962C8B-B14F-4D97-AF65-F5344CB8AC3E}">
        <p14:creationId xmlns:p14="http://schemas.microsoft.com/office/powerpoint/2010/main" val="3115029805"/>
      </p:ext>
    </p:extLst>
  </p:cSld>
  <p:clrMapOvr>
    <a:masterClrMapping/>
  </p:clrMapOvr>
  <p:transition>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F9ECC-CB52-BA9C-167A-1A5F2EAA7303}"/>
              </a:ext>
            </a:extLst>
          </p:cNvPr>
          <p:cNvSpPr>
            <a:spLocks noGrp="1"/>
          </p:cNvSpPr>
          <p:nvPr>
            <p:ph type="ctrTitle"/>
          </p:nvPr>
        </p:nvSpPr>
        <p:spPr/>
        <p:txBody>
          <a:bodyPr>
            <a:normAutofit/>
          </a:bodyPr>
          <a:lstStyle/>
          <a:p>
            <a:r>
              <a:rPr lang="en-US" sz="6600" dirty="0">
                <a:latin typeface="Aptos Black" panose="020B0004020202020204" pitchFamily="34" charset="0"/>
              </a:rPr>
              <a:t>““Thanks All””</a:t>
            </a:r>
          </a:p>
        </p:txBody>
      </p:sp>
    </p:spTree>
    <p:extLst>
      <p:ext uri="{BB962C8B-B14F-4D97-AF65-F5344CB8AC3E}">
        <p14:creationId xmlns:p14="http://schemas.microsoft.com/office/powerpoint/2010/main" val="2789201780"/>
      </p:ext>
    </p:extLst>
  </p:cSld>
  <p:clrMapOvr>
    <a:masterClrMapping/>
  </p:clrMapOvr>
  <p:transition>
    <p:pul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1974</TotalTime>
  <Words>271</Words>
  <Application>Microsoft Office PowerPoint</Application>
  <PresentationFormat>Widescreen</PresentationFormat>
  <Paragraphs>60</Paragraphs>
  <Slides>14</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Aptos (Body)</vt:lpstr>
      <vt:lpstr>Aptos Black</vt:lpstr>
      <vt:lpstr>Aptos Display</vt:lpstr>
      <vt:lpstr>Arial</vt:lpstr>
      <vt:lpstr>Arial Black</vt:lpstr>
      <vt:lpstr>Office Theme</vt:lpstr>
      <vt:lpstr>“On the way with Python”</vt:lpstr>
      <vt:lpstr>MD. SHAKIL </vt:lpstr>
      <vt:lpstr>Python Input/Output</vt:lpstr>
      <vt:lpstr>Introduction</vt:lpstr>
      <vt:lpstr>“Output in Python”</vt:lpstr>
      <vt:lpstr>Output in Python</vt:lpstr>
      <vt:lpstr>Printing Variables</vt:lpstr>
      <vt:lpstr>Formatting Output</vt:lpstr>
      <vt:lpstr>Formatting Output</vt:lpstr>
      <vt:lpstr>“Input in Python”</vt:lpstr>
      <vt:lpstr>Input in Python</vt:lpstr>
      <vt:lpstr>Type Conversion with Input</vt:lpstr>
      <vt:lpstr>Taking Multiple Inputs</vt:lpstr>
      <vt:lpstr>““Thanks All””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SHAKIL</dc:creator>
  <cp:lastModifiedBy>MD SHAKIL</cp:lastModifiedBy>
  <cp:revision>429</cp:revision>
  <dcterms:created xsi:type="dcterms:W3CDTF">2024-08-22T18:44:27Z</dcterms:created>
  <dcterms:modified xsi:type="dcterms:W3CDTF">2026-03-07T12:56:27Z</dcterms:modified>
</cp:coreProperties>
</file>
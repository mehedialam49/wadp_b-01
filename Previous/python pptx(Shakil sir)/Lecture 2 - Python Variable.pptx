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embeddedFontLst>
    <p:embeddedFont>
      <p:font typeface="Arial Black" pitchFamily="34" charset="0"/>
      <p:bold r:id="rId23"/>
    </p:embeddedFont>
    <p:embeddedFont>
      <p:font typeface="Verdana" pitchFamily="34" charset="0"/>
      <p:regular r:id="rId24"/>
      <p:bold r:id="rId25"/>
      <p:italic r:id="rId26"/>
      <p:boldItalic r:id="rId27"/>
    </p:embeddedFont>
    <p:embeddedFont>
      <p:font typeface="Play" charset="0"/>
      <p:regular r:id="rId28"/>
      <p:bold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2" roundtripDataSignature="AMtx7mh6gnOcfNnAW0H8/tTQAh0OHNjU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4660"/>
  </p:normalViewPr>
  <p:slideViewPr>
    <p:cSldViewPr snapToGrid="0">
      <p:cViewPr>
        <p:scale>
          <a:sx n="71" d="100"/>
          <a:sy n="71" d="100"/>
        </p:scale>
        <p:origin x="-452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145621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75" name="Google Shape;57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3" name="Google Shape;58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0" name="Google Shape;59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8" name="Google Shape;59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1" name="Google Shape;62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8" name="Google Shape;62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0" name="Google Shape;700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07" name="Google Shape;707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jpg"/><Relationship Id="rId4" Type="http://schemas.openxmlformats.org/officeDocument/2006/relationships/image" Target="../media/image8.png"/><Relationship Id="rId9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 Slide">
  <p:cSld name="Custom Title Slide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3"/>
          <p:cNvSpPr/>
          <p:nvPr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3"/>
          <p:cNvSpPr/>
          <p:nvPr/>
        </p:nvSpPr>
        <p:spPr>
          <a:xfrm>
            <a:off x="872309" y="1646645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74747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3"/>
          <p:cNvGrpSpPr/>
          <p:nvPr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</p:grpSpPr>
        <p:sp>
          <p:nvSpPr>
            <p:cNvPr id="20" name="Google Shape;20;p23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74747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3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74747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3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74747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23"/>
          <p:cNvSpPr txBox="1">
            <a:spLocks noGrp="1"/>
          </p:cNvSpPr>
          <p:nvPr>
            <p:ph type="ctrTitle"/>
          </p:nvPr>
        </p:nvSpPr>
        <p:spPr>
          <a:xfrm>
            <a:off x="1524000" y="2843640"/>
            <a:ext cx="9144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400"/>
              <a:buFont typeface="Play"/>
              <a:buNone/>
              <a:defRPr sz="5400" b="1">
                <a:solidFill>
                  <a:srgbClr val="7F7F7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23"/>
          <p:cNvSpPr/>
          <p:nvPr/>
        </p:nvSpPr>
        <p:spPr>
          <a:xfrm>
            <a:off x="830218" y="1571171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3A3A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" name="Google Shape;25;p23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6" name="Google Shape;26;p23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rgbClr val="3A3A3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7" name="Google Shape;27;p23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3A3A3A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8" name="Google Shape;28;p23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747474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9" name="Google Shape;29;p23"/>
          <p:cNvGrpSpPr/>
          <p:nvPr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30" name="Google Shape;30;p23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997681" y="6183837"/>
              <a:ext cx="546282" cy="544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" name="Google Shape;31;p23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6790832" y="6183837"/>
              <a:ext cx="549981" cy="54864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2" name="Google Shape;32;p23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33" name="Google Shape;33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t="6106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4" name="Google Shape;34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5" name="Google Shape;35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6" name="Google Shape;36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7" name="Google Shape;37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8" name="Google Shape;38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39" name="Google Shape;39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5202485" y="5158622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0" name="Google Shape;40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1" name="Google Shape;41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2" name="Google Shape;42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5968546" y="1397768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3" name="Google Shape;43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t="6106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4" name="Google Shape;44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5" name="Google Shape;45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6" name="Google Shape;46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7" name="Google Shape;47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8" name="Google Shape;48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49" name="Google Shape;49;p23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50" name="Google Shape;50;p23"/>
          <p:cNvSpPr txBox="1"/>
          <p:nvPr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Lecture No">
  <p:cSld name="Title Slide with Lecture No"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5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1717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5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rgbClr val="000000"/>
          </a:solidFill>
          <a:ln w="76200" cap="flat" cmpd="sng">
            <a:solidFill>
              <a:srgbClr val="40404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5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400"/>
              <a:buFont typeface="Play"/>
              <a:buNone/>
              <a:defRPr sz="5400" b="1">
                <a:solidFill>
                  <a:srgbClr val="7F7F7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5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86" name="Google Shape;86;p25"/>
          <p:cNvCxnSpPr/>
          <p:nvPr/>
        </p:nvCxnSpPr>
        <p:spPr>
          <a:xfrm>
            <a:off x="2063750" y="3096483"/>
            <a:ext cx="12827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7" name="Google Shape;87;p25"/>
          <p:cNvSpPr txBox="1">
            <a:spLocks noGrp="1"/>
          </p:cNvSpPr>
          <p:nvPr>
            <p:ph type="body" idx="2"/>
          </p:nvPr>
        </p:nvSpPr>
        <p:spPr>
          <a:xfrm>
            <a:off x="2051050" y="254262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 b="1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25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7200"/>
              <a:buNone/>
              <a:defRPr sz="72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89" name="Google Shape;89;p25"/>
          <p:cNvGrpSpPr/>
          <p:nvPr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90" name="Google Shape;90;p25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25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2" name="Google Shape;92;p25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93" name="Google Shape;93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t="6106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4" name="Google Shape;94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5" name="Google Shape;95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6" name="Google Shape;96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7" name="Google Shape;97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8" name="Google Shape;98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99" name="Google Shape;99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0" name="Google Shape;100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1" name="Google Shape;101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2" name="Google Shape;102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4946076" y="2992647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3" name="Google Shape;103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t="6106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4" name="Google Shape;104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5" name="Google Shape;105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6" name="Google Shape;106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7" name="Google Shape;107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8" name="Google Shape;108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09" name="Google Shape;109;p25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110" name="Google Shape;110;p25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1717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5"/>
          <p:cNvSpPr txBox="1"/>
          <p:nvPr/>
        </p:nvSpPr>
        <p:spPr>
          <a:xfrm>
            <a:off x="1" y="6203484"/>
            <a:ext cx="2260599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Content Slide with Title">
  <p:cSld name="Custom Content Slide with Title"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4" name="Google Shape;114;p26"/>
          <p:cNvSpPr/>
          <p:nvPr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3A3A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6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1717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6"/>
          <p:cNvSpPr/>
          <p:nvPr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1717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" name="Google Shape;117;p26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118" name="Google Shape;118;p26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9" name="Google Shape;119;p26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20" name="Google Shape;120;p26" descr="Python White Icons – Free Download SVG, PNG, GIF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" name="Google Shape;121;p26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122" name="Google Shape;122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t="6106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3" name="Google Shape;123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29101" t="1646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4" name="Google Shape;124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5" name="Google Shape;125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5104" t="44021" r="11432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6" name="Google Shape;126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29101" t="1646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7" name="Google Shape;127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8" name="Google Shape;128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67941" t="61985" r="4529" b="15135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29" name="Google Shape;129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5104" t="44021" r="11432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30" name="Google Shape;130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67941" t="61985" r="4529" b="15135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31" name="Google Shape;131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29101" t="1646" r="48019" b="75474"/>
            <a:stretch/>
          </p:blipFill>
          <p:spPr>
            <a:xfrm>
              <a:off x="4946076" y="2992647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32" name="Google Shape;132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t="6106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33" name="Google Shape;133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5104" t="44021" r="11432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34" name="Google Shape;134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67941" t="61985" r="4529" b="15135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35" name="Google Shape;135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67941" t="61985" r="4529" b="15135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36" name="Google Shape;136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29101" t="1646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37" name="Google Shape;137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38" name="Google Shape;138;p26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5">
              <a:alphaModFix amt="5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26"/>
          <p:cNvSpPr txBox="1">
            <a:spLocks noGrp="1"/>
          </p:cNvSpPr>
          <p:nvPr>
            <p:ph type="body" idx="1"/>
          </p:nvPr>
        </p:nvSpPr>
        <p:spPr>
          <a:xfrm>
            <a:off x="655637" y="1684338"/>
            <a:ext cx="10952623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569851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41" name="Google Shape;141;p26"/>
          <p:cNvSpPr txBox="1"/>
          <p:nvPr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Content Slide without Title">
  <p:cSld name="Custom Content Slide without Title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7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1717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" name="Google Shape;145;p27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146" name="Google Shape;146;p27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27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8" name="Google Shape;148;p27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149" name="Google Shape;149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t="6106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0" name="Google Shape;150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1" name="Google Shape;151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2" name="Google Shape;152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3" name="Google Shape;153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4" name="Google Shape;154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5" name="Google Shape;155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6" name="Google Shape;156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7" name="Google Shape;157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8" name="Google Shape;158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4946076" y="2992647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59" name="Google Shape;159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t="6106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60" name="Google Shape;160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5104" t="44021" r="11432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61" name="Google Shape;161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62" name="Google Shape;162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67941" t="61985" r="4529" b="15135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63" name="Google Shape;163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29101" t="1646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64" name="Google Shape;164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65" name="Google Shape;165;p27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4">
              <a:alphaModFix amt="5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166" name="Google Shape;166;p27"/>
          <p:cNvSpPr txBox="1">
            <a:spLocks noGrp="1"/>
          </p:cNvSpPr>
          <p:nvPr>
            <p:ph type="body" idx="1"/>
          </p:nvPr>
        </p:nvSpPr>
        <p:spPr>
          <a:xfrm>
            <a:off x="655637" y="1684338"/>
            <a:ext cx="10952623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7" name="Google Shape;167;p27"/>
          <p:cNvSpPr txBox="1"/>
          <p:nvPr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bg>
      <p:bgPr>
        <a:solidFill>
          <a:schemeClr val="l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/>
          <p:nvPr/>
        </p:nvSpPr>
        <p:spPr>
          <a:xfrm>
            <a:off x="0" y="19775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28"/>
          <p:cNvSpPr/>
          <p:nvPr/>
        </p:nvSpPr>
        <p:spPr>
          <a:xfrm>
            <a:off x="872309" y="1646645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D8F2C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1" name="Google Shape;171;p28"/>
          <p:cNvGrpSpPr/>
          <p:nvPr/>
        </p:nvGrpSpPr>
        <p:grpSpPr>
          <a:xfrm>
            <a:off x="10582731" y="4532084"/>
            <a:ext cx="1090382" cy="965001"/>
            <a:chOff x="10495645" y="4630059"/>
            <a:chExt cx="1090382" cy="696686"/>
          </a:xfrm>
        </p:grpSpPr>
        <p:sp>
          <p:nvSpPr>
            <p:cNvPr id="172" name="Google Shape;172;p28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28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28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28"/>
          <p:cNvSpPr txBox="1">
            <a:spLocks noGrp="1"/>
          </p:cNvSpPr>
          <p:nvPr>
            <p:ph type="ctrTitle"/>
          </p:nvPr>
        </p:nvSpPr>
        <p:spPr>
          <a:xfrm>
            <a:off x="1524000" y="2843640"/>
            <a:ext cx="9144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5400"/>
              <a:buFont typeface="Play"/>
              <a:buNone/>
              <a:defRPr sz="54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8"/>
          <p:cNvSpPr/>
          <p:nvPr/>
        </p:nvSpPr>
        <p:spPr>
          <a:xfrm>
            <a:off x="830218" y="1571171"/>
            <a:ext cx="3352800" cy="478972"/>
          </a:xfrm>
          <a:prstGeom prst="parallelogram">
            <a:avLst>
              <a:gd name="adj" fmla="val 2500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7" name="Google Shape;177;p28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178" name="Google Shape;178;p28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79" name="Google Shape;179;p28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180" name="Google Shape;180;p28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181" name="Google Shape;181;p28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182" name="Google Shape;182;p28"/>
          <p:cNvGrpSpPr/>
          <p:nvPr/>
        </p:nvGrpSpPr>
        <p:grpSpPr>
          <a:xfrm>
            <a:off x="5424434" y="6183837"/>
            <a:ext cx="1343132" cy="548640"/>
            <a:chOff x="5997681" y="6183837"/>
            <a:chExt cx="1343132" cy="548640"/>
          </a:xfrm>
        </p:grpSpPr>
        <p:pic>
          <p:nvPicPr>
            <p:cNvPr id="183" name="Google Shape;183;p28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5997681" y="6183837"/>
              <a:ext cx="546282" cy="54414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28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6790832" y="6183837"/>
              <a:ext cx="549981" cy="54864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 type="title">
  <p:cSld name="TITLE">
    <p:bg>
      <p:bgPr>
        <a:solidFill>
          <a:schemeClr val="lt1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oogle Shape;186;p29"/>
          <p:cNvGrpSpPr/>
          <p:nvPr/>
        </p:nvGrpSpPr>
        <p:grpSpPr>
          <a:xfrm>
            <a:off x="430466" y="206661"/>
            <a:ext cx="11052147" cy="6128825"/>
            <a:chOff x="-254928" y="565240"/>
            <a:chExt cx="11052147" cy="6128825"/>
          </a:xfrm>
        </p:grpSpPr>
        <p:pic>
          <p:nvPicPr>
            <p:cNvPr id="187" name="Google Shape;187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6" r="77120" b="71014"/>
            <a:stretch/>
          </p:blipFill>
          <p:spPr>
            <a:xfrm>
              <a:off x="4069544" y="1730274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88" name="Google Shape;188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6" r="48019" b="75474"/>
            <a:stretch/>
          </p:blipFill>
          <p:spPr>
            <a:xfrm>
              <a:off x="6701767" y="5810699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89" name="Google Shape;189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2560513" y="411276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0" name="Google Shape;190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2" b="33099"/>
            <a:stretch/>
          </p:blipFill>
          <p:spPr>
            <a:xfrm>
              <a:off x="489055" y="1754701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1" name="Google Shape;191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5" r="4529" b="15135"/>
            <a:stretch/>
          </p:blipFill>
          <p:spPr>
            <a:xfrm>
              <a:off x="3593981" y="5667375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2" name="Google Shape;192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6" r="48019" b="75474"/>
            <a:stretch/>
          </p:blipFill>
          <p:spPr>
            <a:xfrm>
              <a:off x="9913853" y="271205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3" name="Google Shape;193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7156690" y="236969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4" name="Google Shape;194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5" r="4529" b="15135"/>
            <a:stretch/>
          </p:blipFill>
          <p:spPr>
            <a:xfrm>
              <a:off x="5297988" y="4333517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5" name="Google Shape;195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2" b="33099"/>
            <a:stretch/>
          </p:blipFill>
          <p:spPr>
            <a:xfrm>
              <a:off x="8427406" y="1194495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6" name="Google Shape;196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5" r="4529" b="15135"/>
            <a:stretch/>
          </p:blipFill>
          <p:spPr>
            <a:xfrm>
              <a:off x="8719037" y="4903250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7" name="Google Shape;197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6" r="48019" b="75474"/>
            <a:stretch/>
          </p:blipFill>
          <p:spPr>
            <a:xfrm>
              <a:off x="6267072" y="211228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8" name="Google Shape;198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t="6106" r="77120" b="71014"/>
            <a:stretch/>
          </p:blipFill>
          <p:spPr>
            <a:xfrm>
              <a:off x="524906" y="5095532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199" name="Google Shape;199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5104" t="44021" r="11432" b="33099"/>
            <a:stretch/>
          </p:blipFill>
          <p:spPr>
            <a:xfrm>
              <a:off x="8547640" y="5420083"/>
              <a:ext cx="1292002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200" name="Google Shape;200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5" r="4529" b="15135"/>
            <a:stretch/>
          </p:blipFill>
          <p:spPr>
            <a:xfrm>
              <a:off x="2000086" y="914244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201" name="Google Shape;201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67941" t="61985" r="4529" b="15135"/>
            <a:stretch/>
          </p:blipFill>
          <p:spPr>
            <a:xfrm>
              <a:off x="9543811" y="1761186"/>
              <a:ext cx="1062909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202" name="Google Shape;202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29101" t="1646" r="48019" b="75474"/>
            <a:stretch/>
          </p:blipFill>
          <p:spPr>
            <a:xfrm>
              <a:off x="5919214" y="565240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203" name="Google Shape;203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1925437" y="5786616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  <p:pic>
          <p:nvPicPr>
            <p:cNvPr id="204" name="Google Shape;204;p29" descr="Geometric Abstract Shapes Vector PNG Images, Geometric Shape, Geometric,  Shapes, Line PNG Image For Free Download"/>
            <p:cNvPicPr preferRelativeResize="0"/>
            <p:nvPr/>
          </p:nvPicPr>
          <p:blipFill rotWithShape="1">
            <a:blip r:embed="rId2">
              <a:alphaModFix amt="20000"/>
            </a:blip>
            <a:srcRect l="5635" t="32144" r="71485" b="44976"/>
            <a:stretch/>
          </p:blipFill>
          <p:spPr>
            <a:xfrm>
              <a:off x="-254928" y="608531"/>
              <a:ext cx="883366" cy="883366"/>
            </a:xfrm>
            <a:prstGeom prst="ellipse">
              <a:avLst/>
            </a:prstGeom>
            <a:noFill/>
            <a:ln>
              <a:noFill/>
            </a:ln>
          </p:spPr>
        </p:pic>
      </p:grpSp>
      <p:sp>
        <p:nvSpPr>
          <p:cNvPr id="205" name="Google Shape;205;p29"/>
          <p:cNvSpPr/>
          <p:nvPr/>
        </p:nvSpPr>
        <p:spPr>
          <a:xfrm>
            <a:off x="0" y="2002971"/>
            <a:ext cx="12192000" cy="2902857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29"/>
          <p:cNvGrpSpPr/>
          <p:nvPr/>
        </p:nvGrpSpPr>
        <p:grpSpPr>
          <a:xfrm>
            <a:off x="10582731" y="4573911"/>
            <a:ext cx="1090382" cy="696686"/>
            <a:chOff x="10495645" y="4630059"/>
            <a:chExt cx="1090382" cy="696686"/>
          </a:xfrm>
        </p:grpSpPr>
        <p:sp>
          <p:nvSpPr>
            <p:cNvPr id="207" name="Google Shape;207;p29"/>
            <p:cNvSpPr/>
            <p:nvPr/>
          </p:nvSpPr>
          <p:spPr>
            <a:xfrm>
              <a:off x="11205028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9"/>
            <p:cNvSpPr/>
            <p:nvPr/>
          </p:nvSpPr>
          <p:spPr>
            <a:xfrm>
              <a:off x="10850336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9"/>
            <p:cNvSpPr/>
            <p:nvPr/>
          </p:nvSpPr>
          <p:spPr>
            <a:xfrm>
              <a:off x="10495645" y="4630059"/>
              <a:ext cx="380999" cy="696686"/>
            </a:xfrm>
            <a:prstGeom prst="parallelogram">
              <a:avLst>
                <a:gd name="adj" fmla="val 36428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0" name="Google Shape;210;p29" descr="Python Logo PNG Transparent – Brands Logo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27655" y="5831621"/>
            <a:ext cx="640080" cy="6375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29"/>
          <p:cNvGrpSpPr/>
          <p:nvPr/>
        </p:nvGrpSpPr>
        <p:grpSpPr>
          <a:xfrm>
            <a:off x="4876800" y="522514"/>
            <a:ext cx="7315200" cy="286656"/>
            <a:chOff x="4876800" y="522514"/>
            <a:chExt cx="7315200" cy="286656"/>
          </a:xfrm>
        </p:grpSpPr>
        <p:cxnSp>
          <p:nvCxnSpPr>
            <p:cNvPr id="212" name="Google Shape;212;p29"/>
            <p:cNvCxnSpPr/>
            <p:nvPr/>
          </p:nvCxnSpPr>
          <p:spPr>
            <a:xfrm>
              <a:off x="4876800" y="522514"/>
              <a:ext cx="73152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3" name="Google Shape;213;p29"/>
            <p:cNvCxnSpPr/>
            <p:nvPr/>
          </p:nvCxnSpPr>
          <p:spPr>
            <a:xfrm>
              <a:off x="5608320" y="667656"/>
              <a:ext cx="6583680" cy="0"/>
            </a:xfrm>
            <a:prstGeom prst="straightConnector1">
              <a:avLst/>
            </a:prstGeom>
            <a:noFill/>
            <a:ln w="57150" cap="flat" cmpd="sng">
              <a:solidFill>
                <a:srgbClr val="0B769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cxnSp>
          <p:nvCxnSpPr>
            <p:cNvPr id="214" name="Google Shape;214;p29"/>
            <p:cNvCxnSpPr/>
            <p:nvPr/>
          </p:nvCxnSpPr>
          <p:spPr>
            <a:xfrm>
              <a:off x="6339840" y="809170"/>
              <a:ext cx="5852160" cy="0"/>
            </a:xfrm>
            <a:prstGeom prst="straightConnector1">
              <a:avLst/>
            </a:prstGeom>
            <a:noFill/>
            <a:ln w="38100" cap="flat" cmpd="sng">
              <a:solidFill>
                <a:srgbClr val="A6CFC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sp>
        <p:nvSpPr>
          <p:cNvPr id="215" name="Google Shape;215;p29"/>
          <p:cNvSpPr txBox="1">
            <a:spLocks noGrp="1"/>
          </p:cNvSpPr>
          <p:nvPr>
            <p:ph type="ctrTitle"/>
          </p:nvPr>
        </p:nvSpPr>
        <p:spPr>
          <a:xfrm>
            <a:off x="4997677" y="2566833"/>
            <a:ext cx="7019744" cy="937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6CFC0"/>
              </a:buClr>
              <a:buSzPts val="4000"/>
              <a:buFont typeface="Play"/>
              <a:buNone/>
              <a:defRPr sz="4000" b="1">
                <a:solidFill>
                  <a:srgbClr val="A6CFC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29"/>
          <p:cNvSpPr txBox="1">
            <a:spLocks noGrp="1"/>
          </p:cNvSpPr>
          <p:nvPr>
            <p:ph type="subTitle" idx="1"/>
          </p:nvPr>
        </p:nvSpPr>
        <p:spPr>
          <a:xfrm>
            <a:off x="4997678" y="3716333"/>
            <a:ext cx="7019742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17" name="Google Shape;217;p29"/>
          <p:cNvGrpSpPr/>
          <p:nvPr/>
        </p:nvGrpSpPr>
        <p:grpSpPr>
          <a:xfrm>
            <a:off x="0" y="1792513"/>
            <a:ext cx="3675742" cy="3323772"/>
            <a:chOff x="0" y="1979288"/>
            <a:chExt cx="3675742" cy="3323772"/>
          </a:xfrm>
        </p:grpSpPr>
        <p:sp>
          <p:nvSpPr>
            <p:cNvPr id="218" name="Google Shape;218;p29"/>
            <p:cNvSpPr/>
            <p:nvPr/>
          </p:nvSpPr>
          <p:spPr>
            <a:xfrm>
              <a:off x="963840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9"/>
            <p:cNvSpPr/>
            <p:nvPr/>
          </p:nvSpPr>
          <p:spPr>
            <a:xfrm>
              <a:off x="1897742" y="1979288"/>
              <a:ext cx="1778000" cy="3323772"/>
            </a:xfrm>
            <a:prstGeom prst="parallelogram">
              <a:avLst>
                <a:gd name="adj" fmla="val 67922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9"/>
            <p:cNvSpPr/>
            <p:nvPr/>
          </p:nvSpPr>
          <p:spPr>
            <a:xfrm>
              <a:off x="0" y="1980649"/>
              <a:ext cx="1866900" cy="3321050"/>
            </a:xfrm>
            <a:custGeom>
              <a:avLst/>
              <a:gdLst/>
              <a:ahLst/>
              <a:cxnLst/>
              <a:rect l="l" t="t" r="r" b="b"/>
              <a:pathLst>
                <a:path w="1866900" h="3321050" extrusionOk="0">
                  <a:moveTo>
                    <a:pt x="1866900" y="0"/>
                  </a:moveTo>
                  <a:lnTo>
                    <a:pt x="0" y="0"/>
                  </a:lnTo>
                  <a:lnTo>
                    <a:pt x="0" y="3321050"/>
                  </a:lnTo>
                  <a:lnTo>
                    <a:pt x="679450" y="3321050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29"/>
          <p:cNvSpPr txBox="1"/>
          <p:nvPr/>
        </p:nvSpPr>
        <p:spPr>
          <a:xfrm>
            <a:off x="3796619" y="2814220"/>
            <a:ext cx="1054781" cy="1280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 Black"/>
              <a:buNone/>
            </a:pPr>
            <a:r>
              <a:rPr lang="en-US" sz="4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/>
          </a:p>
        </p:txBody>
      </p:sp>
      <p:cxnSp>
        <p:nvCxnSpPr>
          <p:cNvPr id="222" name="Google Shape;222;p29"/>
          <p:cNvCxnSpPr/>
          <p:nvPr/>
        </p:nvCxnSpPr>
        <p:spPr>
          <a:xfrm>
            <a:off x="4900749" y="2538088"/>
            <a:ext cx="0" cy="2206172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pic>
        <p:nvPicPr>
          <p:cNvPr id="224" name="Google Shape;224;p29" descr="Django Icon #266158 - Free Icons Library"/>
          <p:cNvPicPr preferRelativeResize="0"/>
          <p:nvPr/>
        </p:nvPicPr>
        <p:blipFill rotWithShape="1">
          <a:blip r:embed="rId4">
            <a:alphaModFix/>
          </a:blip>
          <a:srcRect l="3957" t="3918" r="4003" b="4265"/>
          <a:stretch/>
        </p:blipFill>
        <p:spPr>
          <a:xfrm>
            <a:off x="10034700" y="5810245"/>
            <a:ext cx="641645" cy="64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bg>
      <p:bgPr>
        <a:solidFill>
          <a:schemeClr val="lt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0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30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0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30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cxnSp>
        <p:nvCxnSpPr>
          <p:cNvPr id="230" name="Google Shape;230;p30"/>
          <p:cNvCxnSpPr/>
          <p:nvPr/>
        </p:nvCxnSpPr>
        <p:spPr>
          <a:xfrm>
            <a:off x="2063750" y="3096483"/>
            <a:ext cx="1282700" cy="0"/>
          </a:xfrm>
          <a:prstGeom prst="straightConnector1">
            <a:avLst/>
          </a:prstGeom>
          <a:noFill/>
          <a:ln w="19050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31" name="Google Shape;231;p30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30"/>
          <p:cNvSpPr txBox="1">
            <a:spLocks noGrp="1"/>
          </p:cNvSpPr>
          <p:nvPr>
            <p:ph type="body" idx="2"/>
          </p:nvPr>
        </p:nvSpPr>
        <p:spPr>
          <a:xfrm>
            <a:off x="2051050" y="254262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30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30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235" name="Google Shape;235;p30"/>
          <p:cNvGrpSpPr/>
          <p:nvPr/>
        </p:nvGrpSpPr>
        <p:grpSpPr>
          <a:xfrm>
            <a:off x="2194363" y="4857209"/>
            <a:ext cx="983374" cy="457200"/>
            <a:chOff x="1950885" y="4827717"/>
            <a:chExt cx="983374" cy="457200"/>
          </a:xfrm>
        </p:grpSpPr>
        <p:pic>
          <p:nvPicPr>
            <p:cNvPr id="236" name="Google Shape;236;p30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30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bg>
      <p:bgPr>
        <a:solidFill>
          <a:schemeClr val="lt1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/>
          <p:nvPr/>
        </p:nvSpPr>
        <p:spPr>
          <a:xfrm>
            <a:off x="0" y="0"/>
            <a:ext cx="2705100" cy="68580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31"/>
          <p:cNvSpPr/>
          <p:nvPr/>
        </p:nvSpPr>
        <p:spPr>
          <a:xfrm>
            <a:off x="1574800" y="1365250"/>
            <a:ext cx="2260600" cy="4127500"/>
          </a:xfrm>
          <a:prstGeom prst="roundRect">
            <a:avLst>
              <a:gd name="adj" fmla="val 1610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31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5400"/>
              <a:buFont typeface="Play"/>
              <a:buNone/>
              <a:defRPr sz="5400" b="1">
                <a:solidFill>
                  <a:srgbClr val="03516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31"/>
          <p:cNvSpPr txBox="1">
            <a:spLocks noGrp="1"/>
          </p:cNvSpPr>
          <p:nvPr>
            <p:ph type="subTitle" idx="1"/>
          </p:nvPr>
        </p:nvSpPr>
        <p:spPr>
          <a:xfrm>
            <a:off x="3968750" y="3550506"/>
            <a:ext cx="7150100" cy="6452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6CFC0"/>
              </a:buClr>
              <a:buSzPts val="2400"/>
              <a:buNone/>
              <a:defRPr sz="2400" b="0">
                <a:solidFill>
                  <a:srgbClr val="A6CFC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3" name="Google Shape;243;p31"/>
          <p:cNvSpPr/>
          <p:nvPr/>
        </p:nvSpPr>
        <p:spPr>
          <a:xfrm flipH="1">
            <a:off x="11633200" y="4978400"/>
            <a:ext cx="558800" cy="18859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31"/>
          <p:cNvSpPr txBox="1">
            <a:spLocks noGrp="1"/>
          </p:cNvSpPr>
          <p:nvPr>
            <p:ph type="body" idx="2"/>
          </p:nvPr>
        </p:nvSpPr>
        <p:spPr>
          <a:xfrm>
            <a:off x="2038350" y="249255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F7F7F"/>
              </a:buClr>
              <a:buSzPts val="2400"/>
              <a:buNone/>
              <a:defRPr sz="2400" b="1">
                <a:solidFill>
                  <a:srgbClr val="7F7F7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body" idx="3"/>
          </p:nvPr>
        </p:nvSpPr>
        <p:spPr>
          <a:xfrm>
            <a:off x="2051050" y="3276600"/>
            <a:ext cx="1270000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5160"/>
              </a:buClr>
              <a:buSzPts val="7200"/>
              <a:buNone/>
              <a:defRPr sz="7200" b="1">
                <a:solidFill>
                  <a:srgbClr val="035160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31"/>
          <p:cNvSpPr txBox="1"/>
          <p:nvPr/>
        </p:nvSpPr>
        <p:spPr>
          <a:xfrm>
            <a:off x="137298" y="6203484"/>
            <a:ext cx="24114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Assessor &amp; Trainer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National Skill Development Authority</a:t>
            </a:r>
            <a:endParaRPr/>
          </a:p>
        </p:txBody>
      </p:sp>
      <p:grpSp>
        <p:nvGrpSpPr>
          <p:cNvPr id="247" name="Google Shape;247;p31"/>
          <p:cNvGrpSpPr/>
          <p:nvPr/>
        </p:nvGrpSpPr>
        <p:grpSpPr>
          <a:xfrm>
            <a:off x="2213413" y="4839956"/>
            <a:ext cx="983374" cy="457200"/>
            <a:chOff x="1950885" y="4827717"/>
            <a:chExt cx="983374" cy="457200"/>
          </a:xfrm>
        </p:grpSpPr>
        <p:pic>
          <p:nvPicPr>
            <p:cNvPr id="248" name="Google Shape;248;p31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31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and Content">
  <p:cSld name="5_Title and Content">
    <p:bg>
      <p:bgPr>
        <a:solidFill>
          <a:schemeClr val="lt1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32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32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2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2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5" name="Google Shape;255;p32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2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6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7" name="Google Shape;257;p32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8" name="Google Shape;258;p32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59" name="Google Shape;259;p32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0" name="Google Shape;260;p32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1" name="Google Shape;261;p32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2" name="Google Shape;262;p32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3" name="Google Shape;263;p32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4" name="Google Shape;264;p32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5" name="Google Shape;265;p32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6" name="Google Shape;266;p32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7" name="Google Shape;267;p32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3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2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69" name="Google Shape;269;p32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0" name="Google Shape;270;p32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3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32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2" name="Google Shape;272;p32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73" name="Google Shape;273;p32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2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2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2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7" name="Google Shape;277;p32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2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2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280" name="Google Shape;280;p32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281" name="Google Shape;281;p32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2" name="Google Shape;282;p32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Title and Content">
  <p:cSld name="7_Title and Content">
    <p:bg>
      <p:bgPr>
        <a:solidFill>
          <a:schemeClr val="lt1"/>
        </a:solidFill>
        <a:effectLst/>
      </p:bgPr>
    </p:bg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3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3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33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88" name="Google Shape;288;p33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33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6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0" name="Google Shape;290;p33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1" name="Google Shape;291;p33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2" name="Google Shape;292;p33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3" name="Google Shape;293;p33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4" name="Google Shape;294;p33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5" name="Google Shape;295;p33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6" name="Google Shape;296;p33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7" name="Google Shape;297;p33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8" name="Google Shape;298;p33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99" name="Google Shape;299;p33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00" name="Google Shape;300;p33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3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3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02" name="Google Shape;302;p33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03" name="Google Shape;303;p33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3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3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05" name="Google Shape;305;p33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06" name="Google Shape;306;p33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3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3"/>
          <p:cNvSpPr/>
          <p:nvPr/>
        </p:nvSpPr>
        <p:spPr>
          <a:xfrm>
            <a:off x="583725" y="1234067"/>
            <a:ext cx="11024550" cy="5311016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3"/>
          <p:cNvSpPr/>
          <p:nvPr/>
        </p:nvSpPr>
        <p:spPr>
          <a:xfrm rot="10800000" flipH="1">
            <a:off x="2289907" y="0"/>
            <a:ext cx="7612187" cy="953902"/>
          </a:xfrm>
          <a:prstGeom prst="round2SameRect">
            <a:avLst>
              <a:gd name="adj1" fmla="val 34024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3"/>
          <p:cNvSpPr txBox="1">
            <a:spLocks noGrp="1"/>
          </p:cNvSpPr>
          <p:nvPr>
            <p:ph type="title"/>
          </p:nvPr>
        </p:nvSpPr>
        <p:spPr>
          <a:xfrm>
            <a:off x="2884150" y="15669"/>
            <a:ext cx="6316663" cy="82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33"/>
          <p:cNvSpPr txBox="1">
            <a:spLocks noGrp="1"/>
          </p:cNvSpPr>
          <p:nvPr>
            <p:ph type="body" idx="1"/>
          </p:nvPr>
        </p:nvSpPr>
        <p:spPr>
          <a:xfrm>
            <a:off x="858838" y="1487488"/>
            <a:ext cx="10506075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33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3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3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315" name="Google Shape;315;p33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316" name="Google Shape;316;p33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33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Title and Content">
  <p:cSld name="6_Title and Content">
    <p:bg>
      <p:bgPr>
        <a:solidFill>
          <a:schemeClr val="lt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4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0" name="Google Shape;320;p34" descr="Download Free Abstract shape Special Flat icon Icons in PNG &amp; SVG"/>
          <p:cNvPicPr preferRelativeResize="0"/>
          <p:nvPr/>
        </p:nvPicPr>
        <p:blipFill rotWithShape="1">
          <a:blip r:embed="rId2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34" descr="Abstract shape - Free shapes and symbols icons"/>
          <p:cNvPicPr preferRelativeResize="0"/>
          <p:nvPr/>
        </p:nvPicPr>
        <p:blipFill rotWithShape="1">
          <a:blip r:embed="rId3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3" name="Google Shape;323;p34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3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6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5" name="Google Shape;325;p3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6" name="Google Shape;326;p3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7" name="Google Shape;327;p3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8" name="Google Shape;328;p3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29" name="Google Shape;329;p3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0" name="Google Shape;330;p3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1" name="Google Shape;331;p3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2" name="Google Shape;332;p3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3" name="Google Shape;333;p34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4" name="Google Shape;334;p3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5" name="Google Shape;335;p3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3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3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274271" y="33307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7" name="Google Shape;337;p3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38" name="Google Shape;338;p3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45160" t="24513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40" name="Google Shape;340;p34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41" name="Google Shape;341;p34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4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34"/>
          <p:cNvSpPr/>
          <p:nvPr/>
        </p:nvSpPr>
        <p:spPr>
          <a:xfrm>
            <a:off x="583725" y="480309"/>
            <a:ext cx="11024550" cy="5897383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34"/>
          <p:cNvSpPr txBox="1">
            <a:spLocks noGrp="1"/>
          </p:cNvSpPr>
          <p:nvPr>
            <p:ph type="body" idx="1"/>
          </p:nvPr>
        </p:nvSpPr>
        <p:spPr>
          <a:xfrm>
            <a:off x="858838" y="857871"/>
            <a:ext cx="10506075" cy="5142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34"/>
          <p:cNvSpPr/>
          <p:nvPr/>
        </p:nvSpPr>
        <p:spPr>
          <a:xfrm rot="10800000">
            <a:off x="1176655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4"/>
          <p:cNvSpPr/>
          <p:nvPr/>
        </p:nvSpPr>
        <p:spPr>
          <a:xfrm rot="10800000" flipH="1">
            <a:off x="0" y="-16067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4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348" name="Google Shape;348;p34"/>
          <p:cNvGrpSpPr/>
          <p:nvPr/>
        </p:nvGrpSpPr>
        <p:grpSpPr>
          <a:xfrm>
            <a:off x="5604313" y="6196873"/>
            <a:ext cx="983374" cy="457200"/>
            <a:chOff x="1950885" y="4827717"/>
            <a:chExt cx="983374" cy="457200"/>
          </a:xfrm>
        </p:grpSpPr>
        <p:pic>
          <p:nvPicPr>
            <p:cNvPr id="349" name="Google Shape;349;p34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0" name="Google Shape;350;p34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push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bg>
      <p:bgPr>
        <a:solidFill>
          <a:schemeClr val="lt1"/>
        </a:solid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3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3" name="Google Shape;353;p35"/>
          <p:cNvSpPr/>
          <p:nvPr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35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5"/>
          <p:cNvSpPr/>
          <p:nvPr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6" name="Google Shape;356;p35" descr="Download Free Abstract shape Special Flat icon Icons in PNG &amp; SVG"/>
          <p:cNvPicPr preferRelativeResize="0"/>
          <p:nvPr/>
        </p:nvPicPr>
        <p:blipFill rotWithShape="1">
          <a:blip r:embed="rId3">
            <a:alphaModFix amt="2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35" descr="Abstract shape - Free shapes and symbols icons"/>
          <p:cNvPicPr preferRelativeResize="0"/>
          <p:nvPr/>
        </p:nvPicPr>
        <p:blipFill rotWithShape="1">
          <a:blip r:embed="rId4">
            <a:alphaModFix amt="35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3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4977692" y="6124128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59" name="Google Shape;359;p35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5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61" name="Google Shape;361;p3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t="6106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2" name="Google Shape;362;p3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8427406" y="606678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3" name="Google Shape;363;p3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4" name="Google Shape;364;p3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-54426" y="1747013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5" name="Google Shape;365;p3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3273179" y="6037016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6" name="Google Shape;366;p3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29101" t="1646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7" name="Google Shape;367;p3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8" name="Google Shape;368;p3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69" name="Google Shape;369;p3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55104" t="44021" r="11432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0" name="Google Shape;370;p35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35000"/>
          </a:blip>
          <a:srcRect l="67941" t="61985" r="4529" b="15135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1" name="Google Shape;371;p3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2" name="Google Shape;372;p3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3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7883" y="313748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4" name="Google Shape;374;p3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45160" t="24513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6" name="Google Shape;376;p35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2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77" name="Google Shape;377;p35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5"/>
          <p:cNvSpPr/>
          <p:nvPr/>
        </p:nvSpPr>
        <p:spPr>
          <a:xfrm>
            <a:off x="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5"/>
          <p:cNvSpPr/>
          <p:nvPr/>
        </p:nvSpPr>
        <p:spPr>
          <a:xfrm>
            <a:off x="583725" y="1631713"/>
            <a:ext cx="11024550" cy="4913370"/>
          </a:xfrm>
          <a:prstGeom prst="roundRect">
            <a:avLst>
              <a:gd name="adj" fmla="val 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5"/>
          <p:cNvSpPr txBox="1">
            <a:spLocks noGrp="1"/>
          </p:cNvSpPr>
          <p:nvPr>
            <p:ph type="body" idx="1"/>
          </p:nvPr>
        </p:nvSpPr>
        <p:spPr>
          <a:xfrm>
            <a:off x="858838" y="1881595"/>
            <a:ext cx="10342562" cy="4378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1" name="Google Shape;381;p35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382" name="Google Shape;382;p35"/>
          <p:cNvGrpSpPr/>
          <p:nvPr/>
        </p:nvGrpSpPr>
        <p:grpSpPr>
          <a:xfrm>
            <a:off x="5604313" y="6244510"/>
            <a:ext cx="983374" cy="457200"/>
            <a:chOff x="1950885" y="4827717"/>
            <a:chExt cx="983374" cy="457200"/>
          </a:xfrm>
        </p:grpSpPr>
        <p:pic>
          <p:nvPicPr>
            <p:cNvPr id="383" name="Google Shape;383;p35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4" name="Google Shape;384;p35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3" b="4265"/>
            <a:stretch/>
          </p:blipFill>
          <p:spPr>
            <a:xfrm>
              <a:off x="2475941" y="4827717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push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and Content">
  <p:cSld name="3_Title and Content">
    <p:bg>
      <p:bgPr>
        <a:solidFill>
          <a:schemeClr val="lt1"/>
        </a:solidFill>
        <a:effectLst/>
      </p:bgPr>
    </p:bg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6"/>
          <p:cNvSpPr/>
          <p:nvPr/>
        </p:nvSpPr>
        <p:spPr>
          <a:xfrm rot="5400000">
            <a:off x="3412055" y="-3132655"/>
            <a:ext cx="1079500" cy="790361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6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6"/>
          <p:cNvSpPr/>
          <p:nvPr/>
        </p:nvSpPr>
        <p:spPr>
          <a:xfrm rot="5400000">
            <a:off x="3358959" y="-3168460"/>
            <a:ext cx="1079500" cy="7797419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36" descr="Download Free Abstract shape Special Flat icon Icons in PNG &amp; SVG"/>
          <p:cNvPicPr preferRelativeResize="0"/>
          <p:nvPr/>
        </p:nvPicPr>
        <p:blipFill rotWithShape="1">
          <a:blip r:embed="rId2">
            <a:alphaModFix amt="1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36" descr="Abstract shape - Free shapes and symbols icons"/>
          <p:cNvPicPr preferRelativeResize="0"/>
          <p:nvPr/>
        </p:nvPicPr>
        <p:blipFill rotWithShape="1">
          <a:blip r:embed="rId3">
            <a:alphaModFix amt="10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4990617" y="576915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2" name="Google Shape;392;p36" descr="abstract geometric triangle shape graphic one line continuous 45723494  Vector Art at Vecteezy"/>
          <p:cNvPicPr preferRelativeResize="0"/>
          <p:nvPr/>
        </p:nvPicPr>
        <p:blipFill rotWithShape="1">
          <a:blip r:embed="rId5">
            <a:alphaModFix amt="10000"/>
          </a:blip>
          <a:srcRect/>
          <a:stretch/>
        </p:blipFill>
        <p:spPr>
          <a:xfrm>
            <a:off x="1" y="4775200"/>
            <a:ext cx="3273178" cy="208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3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t="6106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4" name="Google Shape;394;p3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6" r="48019" b="75474"/>
          <a:stretch/>
        </p:blipFill>
        <p:spPr>
          <a:xfrm>
            <a:off x="6701767" y="5810699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5" name="Google Shape;395;p3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6" name="Google Shape;396;p3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2" b="33099"/>
          <a:stretch/>
        </p:blipFill>
        <p:spPr>
          <a:xfrm>
            <a:off x="489055" y="1754701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7" name="Google Shape;397;p3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5" r="4529" b="15135"/>
          <a:stretch/>
        </p:blipFill>
        <p:spPr>
          <a:xfrm>
            <a:off x="3593981" y="5667375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8" name="Google Shape;398;p3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29101" t="1646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399" name="Google Shape;399;p3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0" name="Google Shape;400;p3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5" r="4529" b="15135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1" name="Google Shape;401;p3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55104" t="44021" r="11432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2" name="Google Shape;402;p36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6">
            <a:alphaModFix amt="10000"/>
          </a:blip>
          <a:srcRect l="67941" t="61985" r="4529" b="15135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3" name="Google Shape;403;p3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4" name="Google Shape;404;p3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3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3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6" name="Google Shape;406;p3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592138" y="3153735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7" name="Google Shape;407;p3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45160" t="24513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409" name="Google Shape;409;p36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4">
            <a:alphaModFix amt="1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410" name="Google Shape;410;p36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848534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1" name="Google Shape;411;p36" descr="Python White Icons – Free Download SVG, PNG, GIF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6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3" name="Google Shape;413;p36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414" name="Google Shape;414;p36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415" name="Google Shape;415;p36" descr="Python Logo PNG Transparent – Brands Logos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36" descr="Django Icon #266158 - Free Icons Library"/>
            <p:cNvPicPr preferRelativeResize="0"/>
            <p:nvPr/>
          </p:nvPicPr>
          <p:blipFill rotWithShape="1">
            <a:blip r:embed="rId9">
              <a:alphaModFix/>
            </a:blip>
            <a:srcRect l="3957" t="3918" r="4003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push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bg>
      <p:bgPr>
        <a:solidFill>
          <a:schemeClr val="lt1"/>
        </a:solidFill>
        <a:effectLst/>
      </p:bgPr>
    </p:bg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7"/>
          <p:cNvSpPr/>
          <p:nvPr/>
        </p:nvSpPr>
        <p:spPr>
          <a:xfrm rot="5400000">
            <a:off x="3105150" y="-2825750"/>
            <a:ext cx="1079500" cy="7289800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A6CF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7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7"/>
          <p:cNvSpPr/>
          <p:nvPr/>
        </p:nvSpPr>
        <p:spPr>
          <a:xfrm rot="5400000">
            <a:off x="3056178" y="-2865678"/>
            <a:ext cx="1079500" cy="719185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7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6316663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22" name="Google Shape;422;p37" descr="Python White Icons – Free Download SVG, PNG, GIF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7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4" name="Google Shape;424;p37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425" name="Google Shape;425;p37"/>
          <p:cNvGrpSpPr/>
          <p:nvPr/>
        </p:nvGrpSpPr>
        <p:grpSpPr>
          <a:xfrm>
            <a:off x="84742" y="5667375"/>
            <a:ext cx="467480" cy="1083963"/>
            <a:chOff x="1942404" y="4200954"/>
            <a:chExt cx="467480" cy="1083963"/>
          </a:xfrm>
        </p:grpSpPr>
        <p:pic>
          <p:nvPicPr>
            <p:cNvPr id="426" name="Google Shape;426;p37" descr="Python Logo PNG Transparent – Brands Logos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7" name="Google Shape;427;p37" descr="Django Icon #266158 - Free Icons Library"/>
            <p:cNvPicPr preferRelativeResize="0"/>
            <p:nvPr/>
          </p:nvPicPr>
          <p:blipFill rotWithShape="1">
            <a:blip r:embed="rId4">
              <a:alphaModFix/>
            </a:blip>
            <a:srcRect l="3957" t="3918" r="4003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push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bg>
      <p:bgPr>
        <a:solidFill>
          <a:schemeClr val="lt1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8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0" name="Google Shape;430;p38"/>
          <p:cNvSpPr/>
          <p:nvPr/>
        </p:nvSpPr>
        <p:spPr>
          <a:xfrm>
            <a:off x="0" y="0"/>
            <a:ext cx="12192000" cy="495300"/>
          </a:xfrm>
          <a:prstGeom prst="rect">
            <a:avLst/>
          </a:prstGeom>
          <a:solidFill>
            <a:srgbClr val="03516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8"/>
          <p:cNvSpPr/>
          <p:nvPr/>
        </p:nvSpPr>
        <p:spPr>
          <a:xfrm>
            <a:off x="1922264" y="179853"/>
            <a:ext cx="8347472" cy="1204890"/>
          </a:xfrm>
          <a:prstGeom prst="roundRect">
            <a:avLst>
              <a:gd name="adj" fmla="val 19515"/>
            </a:avLst>
          </a:prstGeom>
          <a:solidFill>
            <a:schemeClr val="lt1"/>
          </a:solidFill>
          <a:ln w="76200" cap="flat" cmpd="sng">
            <a:solidFill>
              <a:srgbClr val="A6CFC0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32" name="Google Shape;432;p38"/>
          <p:cNvGrpSpPr/>
          <p:nvPr/>
        </p:nvGrpSpPr>
        <p:grpSpPr>
          <a:xfrm>
            <a:off x="4548188" y="6534150"/>
            <a:ext cx="3095625" cy="323850"/>
            <a:chOff x="4886325" y="6534150"/>
            <a:chExt cx="3095625" cy="323850"/>
          </a:xfrm>
        </p:grpSpPr>
        <p:sp>
          <p:nvSpPr>
            <p:cNvPr id="433" name="Google Shape;433;p38"/>
            <p:cNvSpPr/>
            <p:nvPr/>
          </p:nvSpPr>
          <p:spPr>
            <a:xfrm rot="5400000" flipH="1">
              <a:off x="6877050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38"/>
            <p:cNvSpPr/>
            <p:nvPr/>
          </p:nvSpPr>
          <p:spPr>
            <a:xfrm rot="-5400000">
              <a:off x="5667375" y="5753100"/>
              <a:ext cx="323850" cy="1885950"/>
            </a:xfrm>
            <a:prstGeom prst="round1Rect">
              <a:avLst>
                <a:gd name="adj" fmla="val 50000"/>
              </a:avLst>
            </a:prstGeom>
            <a:solidFill>
              <a:srgbClr val="03516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5" name="Google Shape;435;p38"/>
          <p:cNvSpPr txBox="1">
            <a:spLocks noGrp="1"/>
          </p:cNvSpPr>
          <p:nvPr>
            <p:ph type="title"/>
          </p:nvPr>
        </p:nvSpPr>
        <p:spPr>
          <a:xfrm>
            <a:off x="2640653" y="238645"/>
            <a:ext cx="7476053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35160"/>
              </a:buClr>
              <a:buSzPts val="3600"/>
              <a:buFont typeface="Arial"/>
              <a:buNone/>
              <a:defRPr sz="3600" b="1">
                <a:solidFill>
                  <a:srgbClr val="03516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38"/>
          <p:cNvSpPr txBox="1"/>
          <p:nvPr/>
        </p:nvSpPr>
        <p:spPr>
          <a:xfrm>
            <a:off x="523357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</a:t>
            </a:r>
            <a:endParaRPr/>
          </a:p>
        </p:txBody>
      </p:sp>
      <p:grpSp>
        <p:nvGrpSpPr>
          <p:cNvPr id="437" name="Google Shape;437;p38"/>
          <p:cNvGrpSpPr/>
          <p:nvPr/>
        </p:nvGrpSpPr>
        <p:grpSpPr>
          <a:xfrm>
            <a:off x="2075294" y="428355"/>
            <a:ext cx="348729" cy="732107"/>
            <a:chOff x="1942404" y="4303509"/>
            <a:chExt cx="467480" cy="981408"/>
          </a:xfrm>
        </p:grpSpPr>
        <p:pic>
          <p:nvPicPr>
            <p:cNvPr id="438" name="Google Shape;438;p38" descr="Python Logo PNG Transparent – Brands Logos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9" name="Google Shape;439;p38" descr="Django Icon #266158 - Free Icons Library"/>
            <p:cNvPicPr preferRelativeResize="0"/>
            <p:nvPr/>
          </p:nvPicPr>
          <p:blipFill rotWithShape="1">
            <a:blip r:embed="rId3">
              <a:alphaModFix/>
            </a:blip>
            <a:srcRect l="3957" t="3918" r="4003" b="4265"/>
            <a:stretch/>
          </p:blipFill>
          <p:spPr>
            <a:xfrm>
              <a:off x="1942404" y="4303509"/>
              <a:ext cx="458318" cy="45719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>
    <p:push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43" name="Google Shape;443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4" name="Google Shape;444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0"/>
          <p:cNvSpPr txBox="1">
            <a:spLocks noGrp="1"/>
          </p:cNvSpPr>
          <p:nvPr>
            <p:ph type="body" idx="1"/>
          </p:nvPr>
        </p:nvSpPr>
        <p:spPr>
          <a:xfrm>
            <a:off x="1030146" y="1825625"/>
            <a:ext cx="10323653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8" name="Google Shape;448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40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1" name="Google Shape;451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2" name="Google Shape;452;p40"/>
          <p:cNvGrpSpPr/>
          <p:nvPr/>
        </p:nvGrpSpPr>
        <p:grpSpPr>
          <a:xfrm>
            <a:off x="365760" y="527031"/>
            <a:ext cx="8528857" cy="1198094"/>
            <a:chOff x="365761" y="527031"/>
            <a:chExt cx="6370320" cy="1198094"/>
          </a:xfrm>
        </p:grpSpPr>
        <p:sp>
          <p:nvSpPr>
            <p:cNvPr id="453" name="Google Shape;453;p40"/>
            <p:cNvSpPr/>
            <p:nvPr/>
          </p:nvSpPr>
          <p:spPr>
            <a:xfrm>
              <a:off x="457201" y="612605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A6CFC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0"/>
            <p:cNvSpPr/>
            <p:nvPr/>
          </p:nvSpPr>
          <p:spPr>
            <a:xfrm>
              <a:off x="365761" y="527031"/>
              <a:ext cx="6278880" cy="1112520"/>
            </a:xfrm>
            <a:prstGeom prst="roundRect">
              <a:avLst>
                <a:gd name="adj" fmla="val 16667"/>
              </a:avLst>
            </a:prstGeom>
            <a:solidFill>
              <a:srgbClr val="004237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2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endParaRPr>
            </a:p>
          </p:txBody>
        </p:sp>
      </p:grpSp>
      <p:sp>
        <p:nvSpPr>
          <p:cNvPr id="455" name="Google Shape;455;p40"/>
          <p:cNvSpPr txBox="1">
            <a:spLocks noGrp="1"/>
          </p:cNvSpPr>
          <p:nvPr>
            <p:ph type="title"/>
          </p:nvPr>
        </p:nvSpPr>
        <p:spPr>
          <a:xfrm>
            <a:off x="711199" y="578168"/>
            <a:ext cx="7795491" cy="106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1"/>
          <p:cNvSpPr txBox="1">
            <a:spLocks noGrp="1"/>
          </p:cNvSpPr>
          <p:nvPr>
            <p:ph type="title"/>
          </p:nvPr>
        </p:nvSpPr>
        <p:spPr>
          <a:xfrm>
            <a:off x="393539" y="1709738"/>
            <a:ext cx="3368233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sz="36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8" name="Google Shape;458;p41"/>
          <p:cNvSpPr txBox="1">
            <a:spLocks noGrp="1"/>
          </p:cNvSpPr>
          <p:nvPr>
            <p:ph type="body" idx="1"/>
          </p:nvPr>
        </p:nvSpPr>
        <p:spPr>
          <a:xfrm>
            <a:off x="4490977" y="2386012"/>
            <a:ext cx="7581418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59" name="Google Shape;459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0" name="Google Shape;460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61" name="Google Shape;461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1978" y="5349878"/>
            <a:ext cx="1203644" cy="1192993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1"/>
          <p:cNvSpPr txBox="1">
            <a:spLocks noGrp="1"/>
          </p:cNvSpPr>
          <p:nvPr>
            <p:ph type="sldNum" idx="12"/>
          </p:nvPr>
        </p:nvSpPr>
        <p:spPr>
          <a:xfrm>
            <a:off x="8263483" y="637871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20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5" name="Google Shape;465;p4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6" name="Google Shape;466;p4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7" name="Google Shape;467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2" name="Google Shape;472;p4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3" name="Google Shape;473;p4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4" name="Google Shape;474;p4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5" name="Google Shape;475;p4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6" name="Google Shape;476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3" name="Google Shape;48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6" name="Google Shape;486;p4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7" name="Google Shape;487;p4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0" name="Google Shape;490;p4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91" name="Google Shape;491;p4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2" name="Google Shape;492;p4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3" name="Google Shape;493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4" name="Google Shape;494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4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498" name="Google Shape;498;p4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9" name="Google Shape;499;p4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0" name="Google Shape;500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1" name="Google Shape;501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4" name="Google Shape;504;p4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5" name="Google Shape;505;p4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7" name="Google Shape;507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0" name="Google Shape;510;p4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1" name="Google Shape;511;p4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2" name="Google Shape;512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3" name="Google Shape;513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push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Title and Content">
  <p:cSld name="10_Title and Content">
    <p:bg>
      <p:bgPr>
        <a:solidFill>
          <a:schemeClr val="lt1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6" name="Google Shape;516;p5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10000"/>
          </a:blip>
          <a:srcRect t="12248" r="66592" b="57976"/>
          <a:stretch/>
        </p:blipFill>
        <p:spPr>
          <a:xfrm>
            <a:off x="7903610" y="312917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17" name="Google Shape;517;p50"/>
          <p:cNvSpPr/>
          <p:nvPr/>
        </p:nvSpPr>
        <p:spPr>
          <a:xfrm rot="5400000">
            <a:off x="3673953" y="-3394553"/>
            <a:ext cx="1079500" cy="8427406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3A3A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50"/>
          <p:cNvSpPr/>
          <p:nvPr/>
        </p:nvSpPr>
        <p:spPr>
          <a:xfrm flipH="1">
            <a:off x="11766550" y="4476750"/>
            <a:ext cx="425450" cy="2381250"/>
          </a:xfrm>
          <a:prstGeom prst="round1Rect">
            <a:avLst>
              <a:gd name="adj" fmla="val 50000"/>
            </a:avLst>
          </a:prstGeom>
          <a:solidFill>
            <a:srgbClr val="3A3A3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50"/>
          <p:cNvSpPr/>
          <p:nvPr/>
        </p:nvSpPr>
        <p:spPr>
          <a:xfrm rot="5400000">
            <a:off x="3617338" y="-3426839"/>
            <a:ext cx="1079500" cy="8314177"/>
          </a:xfrm>
          <a:prstGeom prst="round2SameRect">
            <a:avLst>
              <a:gd name="adj1" fmla="val 20719"/>
              <a:gd name="adj2" fmla="val 0"/>
            </a:avLst>
          </a:prstGeom>
          <a:solidFill>
            <a:srgbClr val="17171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0" name="Google Shape;520;p50" descr="Download Free Abstract shape Special Flat icon Icons in PNG &amp; SVG"/>
          <p:cNvPicPr preferRelativeResize="0"/>
          <p:nvPr/>
        </p:nvPicPr>
        <p:blipFill rotWithShape="1">
          <a:blip r:embed="rId3">
            <a:alphaModFix amt="10000"/>
          </a:blip>
          <a:srcRect l="10237"/>
          <a:stretch/>
        </p:blipFill>
        <p:spPr>
          <a:xfrm flipH="1">
            <a:off x="11063400" y="-137722"/>
            <a:ext cx="1128600" cy="1257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1" name="Google Shape;521;p50" descr="Abstract shape - Free shapes and symbols icons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10513376" y="1487939"/>
            <a:ext cx="930275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22" name="Google Shape;522;p5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10000"/>
          </a:blip>
          <a:srcRect t="12248" r="66592" b="57976"/>
          <a:stretch/>
        </p:blipFill>
        <p:spPr>
          <a:xfrm>
            <a:off x="4990617" y="5769156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3" name="Google Shape;523;p5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5">
            <a:alphaModFix amt="10000"/>
          </a:blip>
          <a:srcRect t="6106" r="77120" b="71014"/>
          <a:stretch/>
        </p:blipFill>
        <p:spPr>
          <a:xfrm>
            <a:off x="4069544" y="1730274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4" name="Google Shape;524;p5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5">
            <a:alphaModFix amt="10000"/>
          </a:blip>
          <a:srcRect l="29101" t="1646" r="48019" b="75474"/>
          <a:stretch/>
        </p:blipFill>
        <p:spPr>
          <a:xfrm>
            <a:off x="6701767" y="5810699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5" name="Google Shape;525;p5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5">
            <a:alphaModFix amt="10000"/>
          </a:blip>
          <a:srcRect l="5635" t="32144" r="71485" b="44976"/>
          <a:stretch/>
        </p:blipFill>
        <p:spPr>
          <a:xfrm>
            <a:off x="2560513" y="411276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6" name="Google Shape;526;p5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5">
            <a:alphaModFix amt="10000"/>
          </a:blip>
          <a:srcRect l="55104" t="44021" r="11432" b="33099"/>
          <a:stretch/>
        </p:blipFill>
        <p:spPr>
          <a:xfrm>
            <a:off x="489055" y="1754701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7" name="Google Shape;527;p5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5">
            <a:alphaModFix amt="10000"/>
          </a:blip>
          <a:srcRect l="67941" t="61985" r="4529" b="15135"/>
          <a:stretch/>
        </p:blipFill>
        <p:spPr>
          <a:xfrm>
            <a:off x="3593981" y="5667375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8" name="Google Shape;528;p5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5">
            <a:alphaModFix amt="10000"/>
          </a:blip>
          <a:srcRect l="29101" t="1646" r="48019" b="75474"/>
          <a:stretch/>
        </p:blipFill>
        <p:spPr>
          <a:xfrm>
            <a:off x="9913853" y="2712052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29" name="Google Shape;529;p5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5">
            <a:alphaModFix amt="10000"/>
          </a:blip>
          <a:srcRect l="5635" t="32144" r="71485" b="44976"/>
          <a:stretch/>
        </p:blipFill>
        <p:spPr>
          <a:xfrm>
            <a:off x="7156690" y="2369691"/>
            <a:ext cx="883366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0" name="Google Shape;530;p5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5">
            <a:alphaModFix amt="10000"/>
          </a:blip>
          <a:srcRect l="67941" t="61985" r="4529" b="15135"/>
          <a:stretch/>
        </p:blipFill>
        <p:spPr>
          <a:xfrm>
            <a:off x="5297988" y="4333517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1" name="Google Shape;531;p5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5">
            <a:alphaModFix amt="10000"/>
          </a:blip>
          <a:srcRect l="55104" t="44021" r="11432" b="33099"/>
          <a:stretch/>
        </p:blipFill>
        <p:spPr>
          <a:xfrm>
            <a:off x="8427406" y="1194495"/>
            <a:ext cx="1292002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2" name="Google Shape;532;p50" descr="Geometric Abstract Shapes Vector PNG Images, Geometric Shape, Geometric,  Shapes, Line PNG Image For Free Download"/>
          <p:cNvPicPr preferRelativeResize="0"/>
          <p:nvPr/>
        </p:nvPicPr>
        <p:blipFill rotWithShape="1">
          <a:blip r:embed="rId5">
            <a:alphaModFix amt="10000"/>
          </a:blip>
          <a:srcRect l="67941" t="61985" r="4529" b="15135"/>
          <a:stretch/>
        </p:blipFill>
        <p:spPr>
          <a:xfrm>
            <a:off x="8719037" y="4903250"/>
            <a:ext cx="1062909" cy="883366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3" name="Google Shape;533;p5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10000"/>
          </a:blip>
          <a:srcRect l="-2796" t="-6020" r="55519" b="84599"/>
          <a:stretch/>
        </p:blipFill>
        <p:spPr>
          <a:xfrm>
            <a:off x="4647963" y="3243892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4" name="Google Shape;534;p5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10000"/>
          </a:blip>
          <a:srcRect l="45160" t="24513" r="13914" b="49811"/>
          <a:stretch/>
        </p:blipFill>
        <p:spPr>
          <a:xfrm>
            <a:off x="7282592" y="3748575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5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10000"/>
          </a:blip>
          <a:srcRect t="12248" r="66592" b="57976"/>
          <a:stretch/>
        </p:blipFill>
        <p:spPr>
          <a:xfrm>
            <a:off x="592138" y="3153735"/>
            <a:ext cx="850955" cy="758467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6" name="Google Shape;536;p5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10000"/>
          </a:blip>
          <a:srcRect l="45160" t="24513" r="13914" b="49811"/>
          <a:stretch/>
        </p:blipFill>
        <p:spPr>
          <a:xfrm>
            <a:off x="2333742" y="2091189"/>
            <a:ext cx="1042471" cy="654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5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10000"/>
          </a:blip>
          <a:srcRect l="-2796" t="-6020" r="55519" b="84599"/>
          <a:stretch/>
        </p:blipFill>
        <p:spPr>
          <a:xfrm>
            <a:off x="9592976" y="4229548"/>
            <a:ext cx="1204243" cy="545652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538" name="Google Shape;538;p50" descr="Abstract Geometric Shape PNG, Vector, PSD, and Clipart With Transparent  Background for Free Download | Pngtree"/>
          <p:cNvPicPr preferRelativeResize="0"/>
          <p:nvPr/>
        </p:nvPicPr>
        <p:blipFill rotWithShape="1">
          <a:blip r:embed="rId2">
            <a:alphaModFix amt="10000"/>
          </a:blip>
          <a:srcRect t="12248" r="66592" b="57976"/>
          <a:stretch/>
        </p:blipFill>
        <p:spPr>
          <a:xfrm>
            <a:off x="10513376" y="5886274"/>
            <a:ext cx="850955" cy="758467"/>
          </a:xfrm>
          <a:prstGeom prst="ellipse">
            <a:avLst/>
          </a:prstGeom>
          <a:noFill/>
          <a:ln>
            <a:noFill/>
          </a:ln>
        </p:spPr>
      </p:pic>
      <p:sp>
        <p:nvSpPr>
          <p:cNvPr id="539" name="Google Shape;539;p50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 Black"/>
              <a:buNone/>
              <a:defRPr sz="3200" b="1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0" name="Google Shape;540;p50"/>
          <p:cNvSpPr txBox="1">
            <a:spLocks noGrp="1"/>
          </p:cNvSpPr>
          <p:nvPr>
            <p:ph type="body" idx="1"/>
          </p:nvPr>
        </p:nvSpPr>
        <p:spPr>
          <a:xfrm>
            <a:off x="655638" y="1684338"/>
            <a:ext cx="10677870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>
                <a:solidFill>
                  <a:schemeClr val="lt1"/>
                </a:solidFill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541" name="Google Shape;541;p50"/>
          <p:cNvGrpSpPr/>
          <p:nvPr/>
        </p:nvGrpSpPr>
        <p:grpSpPr>
          <a:xfrm>
            <a:off x="100178" y="4970403"/>
            <a:ext cx="467480" cy="1083963"/>
            <a:chOff x="1942404" y="4200954"/>
            <a:chExt cx="467480" cy="1083963"/>
          </a:xfrm>
        </p:grpSpPr>
        <p:pic>
          <p:nvPicPr>
            <p:cNvPr id="542" name="Google Shape;542;p50" descr="Python Logo PNG Transparent – Brands Logos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950885" y="4827717"/>
              <a:ext cx="458999" cy="457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3" name="Google Shape;543;p50" descr="Django Icon #266158 - Free Icons Library"/>
            <p:cNvPicPr preferRelativeResize="0"/>
            <p:nvPr/>
          </p:nvPicPr>
          <p:blipFill rotWithShape="1">
            <a:blip r:embed="rId7">
              <a:alphaModFix/>
            </a:blip>
            <a:srcRect l="3957" t="3918" r="4003" b="4265"/>
            <a:stretch/>
          </p:blipFill>
          <p:spPr>
            <a:xfrm>
              <a:off x="1942404" y="4200954"/>
              <a:ext cx="458318" cy="4572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44" name="Google Shape;544;p50" descr="Python White Icons – Free Download SVG, PNG, GIF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742" y="455550"/>
            <a:ext cx="498352" cy="498352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50"/>
          <p:cNvSpPr txBox="1"/>
          <p:nvPr/>
        </p:nvSpPr>
        <p:spPr>
          <a:xfrm>
            <a:off x="583739" y="6578600"/>
            <a:ext cx="5107489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Md. Shakil - Assessor &amp; Trainer - National Skill Development Authority (NSDA)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</p:sldLayoutIdLst>
  <p:transition>
    <p:push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1"/>
          <p:cNvSpPr txBox="1">
            <a:spLocks noGrp="1"/>
          </p:cNvSpPr>
          <p:nvPr>
            <p:ph type="ctrTitle"/>
          </p:nvPr>
        </p:nvSpPr>
        <p:spPr>
          <a:xfrm>
            <a:off x="237744" y="2843640"/>
            <a:ext cx="1156716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400"/>
              <a:buFont typeface="Arial"/>
              <a:buNone/>
            </a:pPr>
            <a:r>
              <a:rPr lang="en-US" dirty="0">
                <a:latin typeface="Arial Black" panose="020B0A04020102020204" pitchFamily="34" charset="0"/>
                <a:ea typeface="Arial"/>
                <a:cs typeface="Arial"/>
                <a:sym typeface="Arial"/>
              </a:rPr>
              <a:t>“On the way with Python”</a:t>
            </a:r>
            <a:endParaRPr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3"/>
          <p:cNvSpPr txBox="1">
            <a:spLocks noGrp="1"/>
          </p:cNvSpPr>
          <p:nvPr>
            <p:ph type="ctrTitle"/>
          </p:nvPr>
        </p:nvSpPr>
        <p:spPr>
          <a:xfrm>
            <a:off x="3968750" y="2379789"/>
            <a:ext cx="71501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5400"/>
              <a:buFont typeface="Play"/>
              <a:buNone/>
            </a:pPr>
            <a:r>
              <a:rPr lang="en-US" dirty="0">
                <a:latin typeface="Arial Black" panose="020B0A04020102020204" pitchFamily="34" charset="0"/>
              </a:rPr>
              <a:t>Python Variables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571" name="Google Shape;571;p3"/>
          <p:cNvSpPr txBox="1">
            <a:spLocks noGrp="1"/>
          </p:cNvSpPr>
          <p:nvPr>
            <p:ph type="body" idx="2"/>
          </p:nvPr>
        </p:nvSpPr>
        <p:spPr>
          <a:xfrm>
            <a:off x="2051050" y="2542620"/>
            <a:ext cx="1282700" cy="55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85000"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dirty="0">
                <a:latin typeface="Arial Black" panose="020B0A04020102020204" pitchFamily="34" charset="0"/>
              </a:rPr>
              <a:t>Lecture</a:t>
            </a:r>
            <a:endParaRPr dirty="0">
              <a:latin typeface="Arial Black" panose="020B0A04020102020204" pitchFamily="34" charset="0"/>
            </a:endParaRPr>
          </a:p>
        </p:txBody>
      </p:sp>
      <p:sp>
        <p:nvSpPr>
          <p:cNvPr id="572" name="Google Shape;572;p3"/>
          <p:cNvSpPr txBox="1">
            <a:spLocks noGrp="1"/>
          </p:cNvSpPr>
          <p:nvPr>
            <p:ph type="body" idx="3"/>
          </p:nvPr>
        </p:nvSpPr>
        <p:spPr>
          <a:xfrm>
            <a:off x="1938528" y="3276600"/>
            <a:ext cx="1536192" cy="1001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7200"/>
              <a:buNone/>
            </a:pPr>
            <a:r>
              <a:rPr lang="en-US" sz="6600" dirty="0">
                <a:latin typeface="Arial Black" panose="020B0A04020102020204" pitchFamily="34" charset="0"/>
              </a:rPr>
              <a:t>02</a:t>
            </a:r>
            <a:endParaRPr sz="66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0B5B0726-4AC7-8500-FC16-41E17282EF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variables are containers for storing data values. The value of a variable can be changed during program execution.</a:t>
            </a:r>
            <a:endParaRPr lang="en-US" sz="2400" dirty="0"/>
          </a:p>
        </p:txBody>
      </p:sp>
      <p:sp>
        <p:nvSpPr>
          <p:cNvPr id="578" name="Google Shape;578;p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What is </a:t>
            </a: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Variable?</a:t>
            </a:r>
            <a:endParaRPr sz="2800" dirty="0">
              <a:latin typeface="Arial Black" panose="020B0A04020102020204" pitchFamily="34" charset="0"/>
            </a:endParaRPr>
          </a:p>
        </p:txBody>
      </p:sp>
      <p:pic>
        <p:nvPicPr>
          <p:cNvPr id="580" name="Google Shape;580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45895" y="3301743"/>
            <a:ext cx="6523622" cy="26338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932463A1-9F9E-ED39-668B-6061536CB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SzPts val="3200"/>
              <a:buNone/>
            </a:pPr>
            <a:r>
              <a:rPr lang="en-US" dirty="0"/>
              <a:t>Variables are used to:</a:t>
            </a:r>
          </a:p>
          <a:p>
            <a:pPr marL="228600" lvl="0" indent="-228600">
              <a:buSzPts val="3200"/>
            </a:pPr>
            <a:r>
              <a:rPr lang="en-US" dirty="0"/>
              <a:t>Store data</a:t>
            </a:r>
          </a:p>
          <a:p>
            <a:pPr marL="228600" lvl="0" indent="-228600">
              <a:buSzPts val="3200"/>
            </a:pPr>
            <a:r>
              <a:rPr lang="en-US" dirty="0"/>
              <a:t>Reuse values</a:t>
            </a:r>
          </a:p>
          <a:p>
            <a:pPr marL="228600" lvl="0" indent="-228600">
              <a:buSzPts val="3200"/>
            </a:pPr>
            <a:r>
              <a:rPr lang="en-US" dirty="0"/>
              <a:t>Make programs readable and manageable</a:t>
            </a:r>
          </a:p>
          <a:p>
            <a:pPr marL="228600" lvl="0" indent="-228600">
              <a:buSzPts val="3200"/>
            </a:pPr>
            <a:r>
              <a:rPr lang="en-US" dirty="0"/>
              <a:t>Perform calculations easily</a:t>
            </a:r>
          </a:p>
          <a:p>
            <a:pPr marL="50800" indent="0">
              <a:buNone/>
            </a:pPr>
            <a:endParaRPr lang="en-US" dirty="0"/>
          </a:p>
        </p:txBody>
      </p:sp>
      <p:sp>
        <p:nvSpPr>
          <p:cNvPr id="586" name="Google Shape;586;p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Why use  </a:t>
            </a: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Variable?</a:t>
            </a:r>
            <a:endParaRPr sz="2800"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48E57F31-93FA-966E-1022-8C24C2671C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dirty="0"/>
              <a:t>Python automatically determines the data type based on the value.</a:t>
            </a:r>
          </a:p>
        </p:txBody>
      </p:sp>
      <p:sp>
        <p:nvSpPr>
          <p:cNvPr id="593" name="Google Shape;593;p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Variable declaration in </a:t>
            </a: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Python</a:t>
            </a:r>
            <a:endParaRPr sz="2800" dirty="0">
              <a:latin typeface="Arial Black" panose="020B0A04020102020204" pitchFamily="34" charset="0"/>
            </a:endParaRPr>
          </a:p>
        </p:txBody>
      </p:sp>
      <p:pic>
        <p:nvPicPr>
          <p:cNvPr id="595" name="Google Shape;595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2350" y="2762751"/>
            <a:ext cx="506730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Rule of Naming  </a:t>
            </a: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Variables</a:t>
            </a:r>
            <a:endParaRPr sz="2800" dirty="0">
              <a:latin typeface="Arial Black" panose="020B0A04020102020204" pitchFamily="34" charset="0"/>
            </a:endParaRPr>
          </a:p>
        </p:txBody>
      </p:sp>
      <p:grpSp>
        <p:nvGrpSpPr>
          <p:cNvPr id="602" name="Google Shape;602;p7"/>
          <p:cNvGrpSpPr/>
          <p:nvPr/>
        </p:nvGrpSpPr>
        <p:grpSpPr>
          <a:xfrm>
            <a:off x="655637" y="1860641"/>
            <a:ext cx="11061547" cy="3136715"/>
            <a:chOff x="0" y="1302"/>
            <a:chExt cx="11061547" cy="3136715"/>
          </a:xfrm>
        </p:grpSpPr>
        <p:sp>
          <p:nvSpPr>
            <p:cNvPr id="603" name="Google Shape;603;p7"/>
            <p:cNvSpPr/>
            <p:nvPr/>
          </p:nvSpPr>
          <p:spPr>
            <a:xfrm>
              <a:off x="0" y="1302"/>
              <a:ext cx="11061547" cy="660361"/>
            </a:xfrm>
            <a:prstGeom prst="roundRect">
              <a:avLst>
                <a:gd name="adj" fmla="val 10000"/>
              </a:avLst>
            </a:pr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7"/>
            <p:cNvSpPr/>
            <p:nvPr/>
          </p:nvSpPr>
          <p:spPr>
            <a:xfrm>
              <a:off x="199759" y="149884"/>
              <a:ext cx="363198" cy="363198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7"/>
            <p:cNvSpPr/>
            <p:nvPr/>
          </p:nvSpPr>
          <p:spPr>
            <a:xfrm>
              <a:off x="762717" y="1302"/>
              <a:ext cx="10298829" cy="660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7"/>
            <p:cNvSpPr txBox="1"/>
            <p:nvPr/>
          </p:nvSpPr>
          <p:spPr>
            <a:xfrm>
              <a:off x="762717" y="1302"/>
              <a:ext cx="10298829" cy="660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9875" tIns="69875" rIns="69875" bIns="698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 identifier can only contain alphanumeric characters (a-z, A-Z, 0-9) and underscores (_). It cannot start with a digit.</a:t>
              </a:r>
              <a:endParaRPr dirty="0"/>
            </a:p>
          </p:txBody>
        </p:sp>
        <p:sp>
          <p:nvSpPr>
            <p:cNvPr id="607" name="Google Shape;607;p7"/>
            <p:cNvSpPr/>
            <p:nvPr/>
          </p:nvSpPr>
          <p:spPr>
            <a:xfrm>
              <a:off x="0" y="826754"/>
              <a:ext cx="11061547" cy="660361"/>
            </a:xfrm>
            <a:prstGeom prst="roundRect">
              <a:avLst>
                <a:gd name="adj" fmla="val 10000"/>
              </a:avLst>
            </a:pr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7"/>
            <p:cNvSpPr/>
            <p:nvPr/>
          </p:nvSpPr>
          <p:spPr>
            <a:xfrm>
              <a:off x="199759" y="975335"/>
              <a:ext cx="363198" cy="363198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7"/>
            <p:cNvSpPr/>
            <p:nvPr/>
          </p:nvSpPr>
          <p:spPr>
            <a:xfrm>
              <a:off x="762717" y="826754"/>
              <a:ext cx="10298829" cy="660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7"/>
            <p:cNvSpPr txBox="1"/>
            <p:nvPr/>
          </p:nvSpPr>
          <p:spPr>
            <a:xfrm>
              <a:off x="762717" y="826754"/>
              <a:ext cx="10298829" cy="660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9875" tIns="69875" rIns="69875" bIns="698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Python is case-sensitive, so myVar and myvar are different identifiers.</a:t>
              </a:r>
              <a:endParaRPr/>
            </a:p>
          </p:txBody>
        </p:sp>
        <p:sp>
          <p:nvSpPr>
            <p:cNvPr id="611" name="Google Shape;611;p7"/>
            <p:cNvSpPr/>
            <p:nvPr/>
          </p:nvSpPr>
          <p:spPr>
            <a:xfrm>
              <a:off x="0" y="1652205"/>
              <a:ext cx="11061547" cy="660361"/>
            </a:xfrm>
            <a:prstGeom prst="roundRect">
              <a:avLst>
                <a:gd name="adj" fmla="val 10000"/>
              </a:avLst>
            </a:pr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7"/>
            <p:cNvSpPr/>
            <p:nvPr/>
          </p:nvSpPr>
          <p:spPr>
            <a:xfrm>
              <a:off x="199759" y="1800786"/>
              <a:ext cx="363198" cy="363198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7"/>
            <p:cNvSpPr/>
            <p:nvPr/>
          </p:nvSpPr>
          <p:spPr>
            <a:xfrm>
              <a:off x="762717" y="1652205"/>
              <a:ext cx="10298829" cy="660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7"/>
            <p:cNvSpPr txBox="1"/>
            <p:nvPr/>
          </p:nvSpPr>
          <p:spPr>
            <a:xfrm>
              <a:off x="762717" y="1652205"/>
              <a:ext cx="10298829" cy="660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9875" tIns="69875" rIns="69875" bIns="698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Identifiers cannot be a reserved keyword.</a:t>
              </a:r>
              <a:endParaRPr/>
            </a:p>
          </p:txBody>
        </p:sp>
        <p:sp>
          <p:nvSpPr>
            <p:cNvPr id="615" name="Google Shape;615;p7"/>
            <p:cNvSpPr/>
            <p:nvPr/>
          </p:nvSpPr>
          <p:spPr>
            <a:xfrm>
              <a:off x="0" y="2477656"/>
              <a:ext cx="11061547" cy="660361"/>
            </a:xfrm>
            <a:prstGeom prst="roundRect">
              <a:avLst>
                <a:gd name="adj" fmla="val 10000"/>
              </a:avLst>
            </a:prstGeom>
            <a:solidFill>
              <a:srgbClr val="CACAC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7"/>
            <p:cNvSpPr/>
            <p:nvPr/>
          </p:nvSpPr>
          <p:spPr>
            <a:xfrm>
              <a:off x="199759" y="2626238"/>
              <a:ext cx="363198" cy="363198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7"/>
            <p:cNvSpPr/>
            <p:nvPr/>
          </p:nvSpPr>
          <p:spPr>
            <a:xfrm>
              <a:off x="762717" y="2477656"/>
              <a:ext cx="10298829" cy="660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Google Shape;618;p7"/>
            <p:cNvSpPr txBox="1"/>
            <p:nvPr/>
          </p:nvSpPr>
          <p:spPr>
            <a:xfrm>
              <a:off x="762717" y="2477656"/>
              <a:ext cx="10298829" cy="66036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9875" tIns="69875" rIns="69875" bIns="698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rPr lang="en-US" sz="16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There is no limit on the length of an identifier, but it's recommended to keep it concise and meaningful.</a:t>
              </a:r>
              <a:endParaRPr/>
            </a:p>
          </p:txBody>
        </p:sp>
      </p:grpSp>
    </p:spTree>
  </p:cSld>
  <p:clrMapOvr>
    <a:masterClrMapping/>
  </p:clrMapOvr>
  <p:transition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8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Valid </a:t>
            </a: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Variables</a:t>
            </a:r>
            <a:endParaRPr sz="2800" dirty="0">
              <a:latin typeface="Arial Black" panose="020B0A04020102020204" pitchFamily="34" charset="0"/>
            </a:endParaRPr>
          </a:p>
        </p:txBody>
      </p:sp>
      <p:pic>
        <p:nvPicPr>
          <p:cNvPr id="625" name="Google Shape;625;p8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85768" y="1891680"/>
            <a:ext cx="4205095" cy="3643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9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Invalid </a:t>
            </a: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Variables</a:t>
            </a:r>
            <a:endParaRPr sz="2800" dirty="0">
              <a:latin typeface="Arial Black" panose="020B0A04020102020204" pitchFamily="34" charset="0"/>
            </a:endParaRPr>
          </a:p>
        </p:txBody>
      </p:sp>
      <p:pic>
        <p:nvPicPr>
          <p:cNvPr id="632" name="Google Shape;63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907" y="2323348"/>
            <a:ext cx="5818377" cy="30186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10"/>
          <p:cNvSpPr txBox="1">
            <a:spLocks noGrp="1"/>
          </p:cNvSpPr>
          <p:nvPr>
            <p:ph type="body" idx="1"/>
          </p:nvPr>
        </p:nvSpPr>
        <p:spPr>
          <a:xfrm>
            <a:off x="655637" y="1684338"/>
            <a:ext cx="6360983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US" sz="2400" b="1" i="0" dirty="0">
                <a:latin typeface="Verdana"/>
                <a:ea typeface="Verdana"/>
                <a:cs typeface="Verdana"/>
                <a:sym typeface="Verdana"/>
              </a:rPr>
              <a:t>Camel Case: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 b="0" i="0" dirty="0">
                <a:latin typeface="Verdana"/>
                <a:ea typeface="Verdana"/>
                <a:cs typeface="Verdana"/>
                <a:sym typeface="Verdana"/>
              </a:rPr>
              <a:t>Each word, except the first, starts with a capital letter:</a:t>
            </a:r>
            <a:endParaRPr dirty="0"/>
          </a:p>
        </p:txBody>
      </p:sp>
      <p:sp>
        <p:nvSpPr>
          <p:cNvPr id="638" name="Google Shape;638;p10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Multi Word </a:t>
            </a:r>
            <a:r>
              <a:rPr lang="en-US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Variable Names</a:t>
            </a:r>
            <a:endParaRPr dirty="0">
              <a:solidFill>
                <a:schemeClr val="lt1"/>
              </a:solidFill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639" name="Google Shape;639;p10"/>
          <p:cNvSpPr txBox="1"/>
          <p:nvPr/>
        </p:nvSpPr>
        <p:spPr>
          <a:xfrm>
            <a:off x="1047523" y="3276373"/>
            <a:ext cx="5231977" cy="1198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lang="en-US" sz="2400" b="1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Pascal Case:</a:t>
            </a:r>
            <a:endParaRPr dirty="0"/>
          </a:p>
          <a:p>
            <a:pPr marL="228600" marR="0" lvl="0" indent="-228600" algn="l" rtl="0">
              <a:lnSpc>
                <a:spcPct val="90000"/>
              </a:lnSpc>
              <a:spcBef>
                <a:spcPts val="175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•"/>
            </a:pPr>
            <a:r>
              <a:rPr lang="en-US" sz="2400" dirty="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Each word starts with a capital letter:</a:t>
            </a:r>
            <a:endParaRPr dirty="0"/>
          </a:p>
        </p:txBody>
      </p:sp>
      <p:sp>
        <p:nvSpPr>
          <p:cNvPr id="640" name="Google Shape;640;p10"/>
          <p:cNvSpPr txBox="1"/>
          <p:nvPr/>
        </p:nvSpPr>
        <p:spPr>
          <a:xfrm>
            <a:off x="1047523" y="4811616"/>
            <a:ext cx="5231977" cy="1198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None/>
            </a:pPr>
            <a:r>
              <a:rPr lang="en-US" sz="2200" b="1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Snake Case</a:t>
            </a:r>
            <a:endParaRPr/>
          </a:p>
          <a:p>
            <a:pPr marL="228600" marR="0" lvl="0" indent="-228600" algn="l" rtl="0">
              <a:lnSpc>
                <a:spcPct val="90000"/>
              </a:lnSpc>
              <a:spcBef>
                <a:spcPts val="175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Each word is separated by an underscore character:</a:t>
            </a:r>
            <a:endParaRPr/>
          </a:p>
        </p:txBody>
      </p:sp>
      <p:pic>
        <p:nvPicPr>
          <p:cNvPr id="641" name="Google Shape;641;p10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36231" y="1382616"/>
            <a:ext cx="344805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10" descr="A screenshot of a computer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5756" y="3018534"/>
            <a:ext cx="3438525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10" descr="A black box with white text and green and purple circles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36231" y="4535844"/>
            <a:ext cx="343852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0B34A3A5-9BCC-D972-5478-CD8CD39BE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0800" indent="0">
              <a:buNone/>
            </a:pPr>
            <a:r>
              <a:rPr lang="en-US" b="1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Note:</a:t>
            </a:r>
            <a:r>
              <a:rPr lang="en-US" dirty="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  <a:r>
              <a:rPr lang="en-US" dirty="0">
                <a:latin typeface="Verdana"/>
                <a:ea typeface="Verdana"/>
                <a:cs typeface="Verdana"/>
                <a:sym typeface="Verdana"/>
              </a:rPr>
              <a:t>Make sure the number of variables matches the number of values, or else you will get an error.</a:t>
            </a:r>
            <a:endParaRPr lang="en-US" sz="4000" dirty="0">
              <a:latin typeface="Verdana"/>
              <a:ea typeface="Verdana"/>
              <a:cs typeface="Verdana"/>
              <a:sym typeface="Verdana"/>
            </a:endParaRPr>
          </a:p>
          <a:p>
            <a:pPr marL="50800" indent="0">
              <a:buNone/>
            </a:pPr>
            <a:endParaRPr lang="en-US" dirty="0"/>
          </a:p>
        </p:txBody>
      </p:sp>
      <p:sp>
        <p:nvSpPr>
          <p:cNvPr id="649" name="Google Shape;649;p11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546531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n-US" b="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Many Value to Multiple </a:t>
            </a:r>
            <a:r>
              <a:rPr lang="en-US" b="0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Variables</a:t>
            </a:r>
            <a:endParaRPr dirty="0">
              <a:solidFill>
                <a:schemeClr val="lt1"/>
              </a:solidFill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650" name="Google Shape;650;p11" descr="A screenshot of a computer pro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34405" y="2549842"/>
            <a:ext cx="5319130" cy="28007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n-US" b="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One Value to Multiple </a:t>
            </a:r>
            <a:r>
              <a:rPr lang="en-US" b="0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Variables</a:t>
            </a:r>
            <a:endParaRPr dirty="0">
              <a:solidFill>
                <a:schemeClr val="lt1"/>
              </a:solidFill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656" name="Google Shape;656;p12" descr="A screen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07964" y="2114549"/>
            <a:ext cx="4179441" cy="3057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3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Checking</a:t>
            </a:r>
            <a:r>
              <a:rPr lang="en-US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 Variable Type</a:t>
            </a:r>
            <a:endParaRPr dirty="0">
              <a:latin typeface="Arial Black" panose="020B0A04020102020204" pitchFamily="34" charset="0"/>
            </a:endParaRPr>
          </a:p>
        </p:txBody>
      </p:sp>
      <p:pic>
        <p:nvPicPr>
          <p:cNvPr id="662" name="Google Shape;66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61297" y="2313572"/>
            <a:ext cx="506730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0A57711-6E61-ECCE-C673-B6B0DFF5D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Converting one data type to another</a:t>
            </a:r>
          </a:p>
        </p:txBody>
      </p:sp>
      <p:sp>
        <p:nvSpPr>
          <p:cNvPr id="668" name="Google Shape;668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n-US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Variable</a:t>
            </a:r>
            <a:r>
              <a:rPr lang="en-US" dirty="0">
                <a:solidFill>
                  <a:srgbClr val="F1CC4D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n-US" dirty="0">
                <a:solidFill>
                  <a:schemeClr val="lt1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Type Casting</a:t>
            </a:r>
            <a:endParaRPr dirty="0">
              <a:latin typeface="Arial Black" panose="020B0A04020102020204" pitchFamily="34" charset="0"/>
            </a:endParaRPr>
          </a:p>
        </p:txBody>
      </p:sp>
      <p:pic>
        <p:nvPicPr>
          <p:cNvPr id="669" name="Google Shape;669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6060" y="2313572"/>
            <a:ext cx="4337773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821B79A2-E95E-54D6-B5E0-52F1C8148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Defined variable inside a function</a:t>
            </a:r>
          </a:p>
        </p:txBody>
      </p:sp>
      <p:sp>
        <p:nvSpPr>
          <p:cNvPr id="675" name="Google Shape;675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n-US" b="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Local</a:t>
            </a:r>
            <a:r>
              <a:rPr lang="en-US" b="0" dirty="0">
                <a:solidFill>
                  <a:srgbClr val="A6CFC0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n-US" b="0" dirty="0">
                <a:latin typeface="Arial Black" panose="020B0A04020102020204" pitchFamily="34" charset="0"/>
                <a:ea typeface="Arial"/>
                <a:cs typeface="Arial"/>
                <a:sym typeface="Arial"/>
              </a:rPr>
              <a:t>Variables</a:t>
            </a:r>
            <a:endParaRPr dirty="0"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676" name="Google Shape;67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9106" y="2293144"/>
            <a:ext cx="489585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3FC75A73-4B95-3093-DBB5-BC6B4A92D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82" name="Google Shape;682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n-US" b="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Global</a:t>
            </a:r>
            <a:r>
              <a:rPr lang="en-US" b="0" dirty="0">
                <a:solidFill>
                  <a:srgbClr val="A6CFC0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n-US" b="0" dirty="0">
                <a:latin typeface="Arial Black" panose="020B0A04020102020204" pitchFamily="34" charset="0"/>
                <a:ea typeface="Arial"/>
                <a:cs typeface="Arial"/>
                <a:sym typeface="Arial"/>
              </a:rPr>
              <a:t>Variables</a:t>
            </a:r>
            <a:endParaRPr dirty="0"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683" name="Google Shape;68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31301" y="2371598"/>
            <a:ext cx="489585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 dirty="0"/>
              <a:t>Global variables can be used by everyone, both inside of functions and outside.</a:t>
            </a:r>
            <a:endParaRPr lang="en-US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 b="0" i="0" dirty="0"/>
              <a:t>Variables that are created outside of a function are known as global variables.</a:t>
            </a:r>
            <a:endParaRPr lang="en-US" sz="2400" dirty="0"/>
          </a:p>
        </p:txBody>
      </p:sp>
      <p:sp>
        <p:nvSpPr>
          <p:cNvPr id="689" name="Google Shape;689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n-US" b="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Global</a:t>
            </a:r>
            <a:r>
              <a:rPr lang="en-US" b="0" dirty="0">
                <a:solidFill>
                  <a:srgbClr val="A6CFC0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n-US" b="0" dirty="0">
                <a:latin typeface="Arial Black" panose="020B0A04020102020204" pitchFamily="34" charset="0"/>
                <a:ea typeface="Arial"/>
                <a:cs typeface="Arial"/>
                <a:sym typeface="Arial"/>
              </a:rPr>
              <a:t>Variables</a:t>
            </a:r>
            <a:endParaRPr dirty="0"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690" name="Google Shape;69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359317" y="2901950"/>
            <a:ext cx="4895850" cy="36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8"/>
          <p:cNvSpPr txBox="1">
            <a:spLocks noGrp="1"/>
          </p:cNvSpPr>
          <p:nvPr>
            <p:ph type="body" idx="1"/>
          </p:nvPr>
        </p:nvSpPr>
        <p:spPr>
          <a:xfrm>
            <a:off x="655637" y="1684338"/>
            <a:ext cx="10952623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/>
              <a:t>If you use the global keyword, the variable belongs to the global scope:</a:t>
            </a:r>
            <a:endParaRPr/>
          </a:p>
        </p:txBody>
      </p:sp>
      <p:sp>
        <p:nvSpPr>
          <p:cNvPr id="696" name="Google Shape;696;p18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000"/>
              <a:buFont typeface="Arial"/>
              <a:buNone/>
            </a:pPr>
            <a:r>
              <a:rPr lang="en-US" sz="3000" b="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Global</a:t>
            </a:r>
            <a:r>
              <a:rPr lang="en-US" sz="3000" b="0">
                <a:solidFill>
                  <a:srgbClr val="A6CFC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00" b="0">
                <a:latin typeface="Arial"/>
                <a:ea typeface="Arial"/>
                <a:cs typeface="Arial"/>
                <a:sym typeface="Arial"/>
              </a:rPr>
              <a:t>Variables by Global Keyword</a:t>
            </a:r>
            <a:endParaRPr sz="30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97" name="Google Shape;697;p18" descr="A screen shot of a computer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7833" y="2507310"/>
            <a:ext cx="4405702" cy="3604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p19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n-US" b="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Deleting</a:t>
            </a:r>
            <a:r>
              <a:rPr lang="en-US" b="0" dirty="0">
                <a:solidFill>
                  <a:srgbClr val="F1CC4D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n-US" b="0" dirty="0">
                <a:latin typeface="Arial Black" panose="020B0A04020102020204" pitchFamily="34" charset="0"/>
                <a:ea typeface="Arial"/>
                <a:cs typeface="Arial"/>
                <a:sym typeface="Arial"/>
              </a:rPr>
              <a:t>a Variable</a:t>
            </a:r>
            <a:endParaRPr dirty="0"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704" name="Google Shape;704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9106" y="2502694"/>
            <a:ext cx="4895850" cy="325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20"/>
          <p:cNvSpPr txBox="1">
            <a:spLocks noGrp="1"/>
          </p:cNvSpPr>
          <p:nvPr>
            <p:ph type="body" idx="1"/>
          </p:nvPr>
        </p:nvSpPr>
        <p:spPr>
          <a:xfrm>
            <a:off x="655637" y="1684338"/>
            <a:ext cx="10952623" cy="48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</a:pPr>
            <a:r>
              <a:rPr lang="en-US"/>
              <a:t>Using undefined variable</a:t>
            </a:r>
            <a:endParaRPr/>
          </a:p>
        </p:txBody>
      </p:sp>
      <p:sp>
        <p:nvSpPr>
          <p:cNvPr id="711" name="Google Shape;711;p20"/>
          <p:cNvSpPr txBox="1">
            <a:spLocks noGrp="1"/>
          </p:cNvSpPr>
          <p:nvPr>
            <p:ph type="title"/>
          </p:nvPr>
        </p:nvSpPr>
        <p:spPr>
          <a:xfrm>
            <a:off x="655637" y="222322"/>
            <a:ext cx="7302407" cy="1047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3200"/>
              <a:buFont typeface="Arial"/>
              <a:buNone/>
            </a:pPr>
            <a:r>
              <a:rPr lang="en-US" b="0" dirty="0">
                <a:solidFill>
                  <a:srgbClr val="7F7F7F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Common</a:t>
            </a:r>
            <a:r>
              <a:rPr lang="en-US" b="0" dirty="0">
                <a:solidFill>
                  <a:srgbClr val="F1CC4D"/>
                </a:solidFill>
                <a:latin typeface="Arial Black" panose="020B0A04020102020204" pitchFamily="34" charset="0"/>
                <a:ea typeface="Arial"/>
                <a:cs typeface="Arial"/>
                <a:sym typeface="Arial"/>
              </a:rPr>
              <a:t> </a:t>
            </a:r>
            <a:r>
              <a:rPr lang="en-US" b="0" dirty="0">
                <a:latin typeface="Arial Black" panose="020B0A04020102020204" pitchFamily="34" charset="0"/>
                <a:ea typeface="Arial"/>
                <a:cs typeface="Arial"/>
                <a:sym typeface="Arial"/>
              </a:rPr>
              <a:t>Errors with Variables</a:t>
            </a:r>
            <a:endParaRPr dirty="0">
              <a:latin typeface="Arial Black" panose="020B0A04020102020204" pitchFamily="34" charset="0"/>
              <a:ea typeface="Arial"/>
              <a:cs typeface="Arial"/>
              <a:sym typeface="Arial"/>
            </a:endParaRPr>
          </a:p>
        </p:txBody>
      </p:sp>
      <p:pic>
        <p:nvPicPr>
          <p:cNvPr id="712" name="Google Shape;71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5637" y="2019300"/>
            <a:ext cx="525780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713" name="Google Shape;713;p20"/>
          <p:cNvSpPr txBox="1"/>
          <p:nvPr/>
        </p:nvSpPr>
        <p:spPr>
          <a:xfrm>
            <a:off x="6400799" y="1645152"/>
            <a:ext cx="10271643" cy="577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Wrong type usage</a:t>
            </a:r>
            <a:endParaRPr/>
          </a:p>
        </p:txBody>
      </p:sp>
      <p:pic>
        <p:nvPicPr>
          <p:cNvPr id="714" name="Google Shape;714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78565" y="2101433"/>
            <a:ext cx="5177143" cy="281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21"/>
          <p:cNvSpPr txBox="1">
            <a:spLocks noGrp="1"/>
          </p:cNvSpPr>
          <p:nvPr>
            <p:ph type="ctrTitle"/>
          </p:nvPr>
        </p:nvSpPr>
        <p:spPr>
          <a:xfrm>
            <a:off x="1524000" y="2843640"/>
            <a:ext cx="9144000" cy="1170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6600"/>
              <a:buFont typeface="Arial"/>
              <a:buNone/>
            </a:pPr>
            <a:r>
              <a:rPr lang="en-US" sz="6600" dirty="0">
                <a:latin typeface="Arial Black" panose="020B0A04020102020204" pitchFamily="34" charset="0"/>
                <a:ea typeface="Arial"/>
                <a:cs typeface="Arial"/>
                <a:sym typeface="Arial"/>
              </a:rPr>
              <a:t>““Thanks All””</a:t>
            </a:r>
            <a:endParaRPr dirty="0">
              <a:latin typeface="Arial Black" panose="020B0A04020102020204" pitchFamily="34" charset="0"/>
            </a:endParaRPr>
          </a:p>
        </p:txBody>
      </p:sp>
    </p:spTree>
  </p:cSld>
  <p:clrMapOvr>
    <a:masterClrMapping/>
  </p:clrMapOvr>
  <p:transition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295</Words>
  <Application>Microsoft Office PowerPoint</Application>
  <PresentationFormat>Custom</PresentationFormat>
  <Paragraphs>55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 Black</vt:lpstr>
      <vt:lpstr>Verdana</vt:lpstr>
      <vt:lpstr>Play</vt:lpstr>
      <vt:lpstr>Office Theme</vt:lpstr>
      <vt:lpstr>“On the way with Python”</vt:lpstr>
      <vt:lpstr>Python Variables</vt:lpstr>
      <vt:lpstr>What is Variable?</vt:lpstr>
      <vt:lpstr>Why use  Variable?</vt:lpstr>
      <vt:lpstr>Variable declaration in Python</vt:lpstr>
      <vt:lpstr>Rule of Naming  Variables</vt:lpstr>
      <vt:lpstr>Valid Variables</vt:lpstr>
      <vt:lpstr>Invalid Variables</vt:lpstr>
      <vt:lpstr>Multi Word Variable Names</vt:lpstr>
      <vt:lpstr>Many Value to Multiple Variables</vt:lpstr>
      <vt:lpstr>One Value to Multiple Variables</vt:lpstr>
      <vt:lpstr>Checking Variable Type</vt:lpstr>
      <vt:lpstr>Variable Type Casting</vt:lpstr>
      <vt:lpstr>Local Variables</vt:lpstr>
      <vt:lpstr>Global Variables</vt:lpstr>
      <vt:lpstr>Global Variables</vt:lpstr>
      <vt:lpstr>Global Variables by Global Keyword</vt:lpstr>
      <vt:lpstr>Deleting a Variable</vt:lpstr>
      <vt:lpstr>Common Errors with Variables</vt:lpstr>
      <vt:lpstr>““Thanks All””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“On the way with Python”</dc:title>
  <dc:creator>MD SHAKIL</dc:creator>
  <cp:lastModifiedBy>Reaz</cp:lastModifiedBy>
  <cp:revision>22</cp:revision>
  <dcterms:created xsi:type="dcterms:W3CDTF">2024-08-22T18:44:27Z</dcterms:created>
  <dcterms:modified xsi:type="dcterms:W3CDTF">2026-04-22T03:31:15Z</dcterms:modified>
</cp:coreProperties>
</file>